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914400"/>
            <a:ext cx="4114800" cy="41148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GSD vs Agent Teams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Development with Claude Code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•  February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90D9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Context Rot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degrades as context windows fill up — both tools solve this differently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377440" cy="256032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64008" cy="2560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0-30%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Thorough, comprehensive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377440" cy="256032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737360"/>
            <a:ext cx="64008" cy="2560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4904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rushing, cutting corners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377440" cy="256032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737360"/>
            <a:ext cx="64008" cy="25603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965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063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Hallucinations, forgotten specs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GSD and Agent Teams solve this by spawning fresh Claude instances with clean context windows.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GSD — Get Shit Done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spec-driven development framework by TACHES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463040" cy="219456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436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you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87452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2148840" y="1554480"/>
            <a:ext cx="1463040" cy="219456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1783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1"/>
          <p:cNvSpPr/>
          <p:nvPr/>
        </p:nvSpPr>
        <p:spPr>
          <a:xfrm>
            <a:off x="2606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28600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24028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approaches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3840480" y="1554480"/>
            <a:ext cx="1463040" cy="219456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7"/>
          <p:cNvSpPr/>
          <p:nvPr/>
        </p:nvSpPr>
        <p:spPr>
          <a:xfrm>
            <a:off x="4297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97764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93192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roadmap,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execution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5780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5532120" y="1554480"/>
            <a:ext cx="1463040" cy="219456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89320" y="1783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3"/>
          <p:cNvSpPr/>
          <p:nvPr/>
        </p:nvSpPr>
        <p:spPr>
          <a:xfrm>
            <a:off x="59893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66928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62356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subagents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tasks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49440" y="2286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7223760" y="1554480"/>
            <a:ext cx="1463040" cy="219456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680960" y="17830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2" name="Text 29"/>
          <p:cNvSpPr/>
          <p:nvPr/>
        </p:nvSpPr>
        <p:spPr>
          <a:xfrm>
            <a:off x="7680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360920" y="2468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31520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agents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243068"/>
          </a:solidFill>
          <a:ln/>
        </p:spPr>
      </p:sp>
      <p:sp>
        <p:nvSpPr>
          <p:cNvPr id="36" name="Text 33"/>
          <p:cNvSpPr/>
          <p:nvPr/>
        </p:nvSpPr>
        <p:spPr>
          <a:xfrm>
            <a:off x="1005840" y="4160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manages everything — you answer questions and approve plans. Ideal for solo devs and small teams who want structured, reliable output.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Teams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Claude Code feature — experimental (research preview)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4114800" cy="749808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2704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417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5448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session — spawns agents, assigns tasks, synthesizes results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240280"/>
            <a:ext cx="4114800" cy="749808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9572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286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554480" y="2587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sessions with own context windows and direct messaging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31520" y="3108960"/>
            <a:ext cx="4114800" cy="749808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64408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3154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Task Board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55448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File-backed tasks with states, dependencies, and inbox system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A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30352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review in parallel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 / features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competing hypotheses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coordination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swarms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solidFill>
            <a:srgbClr val="243068"/>
          </a:solidFill>
          <a:ln/>
        </p:spPr>
      </p:sp>
      <p:sp>
        <p:nvSpPr>
          <p:cNvPr id="21" name="Text 15"/>
          <p:cNvSpPr/>
          <p:nvPr/>
        </p:nvSpPr>
        <p:spPr>
          <a:xfrm>
            <a:off x="1005840" y="4480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Teammates message each other directly — no round-trip through the lead agent.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Comparison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Stable, maintained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preview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drives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orchestrates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define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lifecycle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your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to parent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messaging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Waves of 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parallel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guided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899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flexible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Together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approaches are complementary, not competitive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600200"/>
            <a:ext cx="2468880" cy="237744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00200"/>
            <a:ext cx="24688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584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Discuss, research, and create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specs and roadmaps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546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566160" y="1600200"/>
            <a:ext cx="2468880" cy="237744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600200"/>
            <a:ext cx="24688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84048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840480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teammates build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layers simultaneously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6400800" y="1600200"/>
            <a:ext cx="2468880" cy="237744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1600200"/>
            <a:ext cx="24688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67512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75120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Goal-backward verification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debug agents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solidFill>
            <a:srgbClr val="243068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42793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"80% planning and review, 20% execution — the better your specs, the better the agent output."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566160" cy="155448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Claude Code?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GSD. It guides you through the entire process and enforces good development habits.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566160" cy="155448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64008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raw parallelism?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 Teams directly. Define your team structure and let teammates self-coordinate.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566160" cy="155448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26080"/>
            <a:ext cx="64008" cy="15544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something complex?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— GSD for planning and specs, Agent Teams for parallel execution.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566160" cy="1554480"/>
          </a:xfrm>
          <a:prstGeom prst="rect">
            <a:avLst/>
          </a:prstGeom>
          <a:solidFill>
            <a:srgbClr val="1A25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64008" cy="1554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single-session Claude Code or GSD quick mode. Graduate to teams when tasks genuinely benefit.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A90D9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GSD vs Agent Teams - Executive Overview</dc:title>
  <dc:subject>PptxGenJS Presentation</dc:subject>
  <dc:creator>Claude</dc:creator>
  <cp:lastModifiedBy>Claude</cp:lastModifiedBy>
  <cp:revision>1</cp:revision>
  <dcterms:created xsi:type="dcterms:W3CDTF">2026-02-23T21:31:38Z</dcterms:created>
  <dcterms:modified xsi:type="dcterms:W3CDTF">2026-02-23T21:31:38Z</dcterms:modified>
</cp:coreProperties>
</file>