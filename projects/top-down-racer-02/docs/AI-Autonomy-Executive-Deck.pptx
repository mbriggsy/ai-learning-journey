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73736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37744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301752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65760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SDLC AUTONOMY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ISN'T THE FUTURE. IT'S NOW.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Racer v02 — Evidence Package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racing game + neural network AI opponent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autonomous AI development. Zero hand-written game code.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hand-written game code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2880360"/>
            <a:ext cx="548640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line authored by Claude Code under human architectural direction.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copilot. Not autocomplete. Autonomous development.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840480"/>
            <a:ext cx="2011680" cy="91440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4343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3840480"/>
            <a:ext cx="2011680" cy="91440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40480" y="4343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3840480"/>
            <a:ext cx="2011680" cy="91440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366+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4343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BUILT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55448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5544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Racing Game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600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tracks, full sound, particles,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menus, HUD, pause, replays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155448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54864" cy="15544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258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AI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60720" y="1600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Self-taught driving via reinforcement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— zero human training data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834640"/>
            <a:ext cx="3931920" cy="155448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834640"/>
            <a:ext cx="54864" cy="15544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546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Deployed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3429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inference at 60fps, fully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static, zero server infrastructure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834640"/>
            <a:ext cx="54864" cy="15544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5468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vs Human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60720" y="3429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against your own creation.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 with grace period.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64592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13,000+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TICKS/SEC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sim speed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(target: 10,000)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164592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 min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LEARN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training time to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competent driving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164592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23.7 KB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SIZE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neural network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any browser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560320" cy="164592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063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runs × 10K ticks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state hash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560320" cy="164592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3063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29184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CAUGHT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pre-execution review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missed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560320" cy="164592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063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12648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static deploy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infrastructure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PREVENTION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0" y="137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for 15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pre-execution review caught real bugs.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theoretical risks — concrete defects with specific code-level fixes.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Caught Before Execution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Have Shipped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74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reward (not dense)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1874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training completely fails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bonus 37× too high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spins in circles, never races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788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VecNorm case mismatch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2788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inference returns NaN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46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heading 90° wrong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car drives sideways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703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ticks during pause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97680" y="3703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 window consumed while paused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WASM tensors not disposed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97680" y="4160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KB/min memory leak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617720"/>
            <a:ext cx="8229600" cy="27432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09160"/>
            <a:ext cx="228600" cy="2286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6868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10–12 specialized research agents review every plan before a single line of code is written.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HELD CLEAN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Two-layer decoupled architecture verified across 80+ commits and 6 phases.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2560320"/>
          </a:xfrm>
          <a:prstGeom prst="rect">
            <a:avLst/>
          </a:prstGeom>
          <a:solidFill>
            <a:srgbClr val="1A233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8404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ENGINE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Pure TypeScript logic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b="1" dirty="0">
                <a:solidFill>
                  <a:srgbClr val="10B981"/>
                </a:solidFill>
              </a:rPr>
              <a:t>Zero rendering imports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Runs headless in Node.js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13K+ ticks/sec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Deterministic physics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840480" cy="2560320"/>
          </a:xfrm>
          <a:prstGeom prst="rect">
            <a:avLst/>
          </a:prstGeom>
          <a:solidFill>
            <a:srgbClr val="1A233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71600"/>
            <a:ext cx="384048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PIXIJS RENDERER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20116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Visual layer only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b="1" dirty="0">
                <a:solidFill>
                  <a:srgbClr val="10B981"/>
                </a:solidFill>
              </a:rPr>
              <a:t>Never touches game logic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WebGL 2D rendering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Read-only engine state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Browser-only component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2194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31920" y="2606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state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1A2332"/>
          </a:solidFill>
          <a:ln w="6350">
            <a:solidFill>
              <a:srgbClr val="10B98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7280" y="41605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violation caught by architecture-strategist agent before Phase 3.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state machine extracted from renderer to engine. Automated review, not manual inspection.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TAUGHT ITSELF TO DRIVE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182880" cy="182880"/>
          </a:xfrm>
          <a:prstGeom prst="oval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325880"/>
            <a:ext cx="36576" cy="7772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steps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1005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flailing. Drives into walls.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182880" cy="182880"/>
          </a:xfrm>
          <a:prstGeom prst="oval">
            <a:avLst/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" y="2286000"/>
            <a:ext cx="36576" cy="7772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30K steps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 forward motion. Stays on road sometimes.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063240"/>
            <a:ext cx="182880" cy="182880"/>
          </a:xfrm>
          <a:prstGeom prst="oval">
            <a:avLst/>
          </a:prstGeom>
          <a:solidFill>
            <a:srgbClr val="00D4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" y="3246120"/>
            <a:ext cx="36576" cy="7772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60K steps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laps. Learns braking points.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023360"/>
            <a:ext cx="182880" cy="18288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886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 steps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464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Rips the hardest track. Zero wall contact.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1005840"/>
            <a:ext cx="3200400" cy="3474720"/>
          </a:xfrm>
          <a:prstGeom prst="rect">
            <a:avLst/>
          </a:prstGeom>
          <a:solidFill>
            <a:srgbClr val="1A2332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188720"/>
            <a:ext cx="731520" cy="7315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76072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949440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iterations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60720" y="2514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94944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contacts at convergence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760720" y="2971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94944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explained variance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760720" y="3429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94944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dimensions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760720" y="3886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949440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outputs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VIBES. ENGINEERING.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554480" cy="256032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5544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War-game every decision.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before building.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57400" y="1097280"/>
            <a:ext cx="1554480" cy="256032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1097280"/>
            <a:ext cx="15544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1234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5740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into atomic tasks.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context window max.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794760" y="1097280"/>
            <a:ext cx="1554480" cy="256032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94760" y="1097280"/>
            <a:ext cx="15544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3794760" y="1234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9476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8620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10-12 research agents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execution.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532120" y="1097280"/>
            <a:ext cx="1554480" cy="256032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32120" y="1097280"/>
            <a:ext cx="15544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1234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3212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2356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subagents per task.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200K context.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269480" y="1097280"/>
            <a:ext cx="1554480" cy="256032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69480" y="1097280"/>
            <a:ext cx="15544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7269480" y="1234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26948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6092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Goal-backward testing.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review.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rot eliminated. Task 50 runs at the same quality as Task 1.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solidFill>
            <a:srgbClr val="1A2332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never writes code. The human makes decisions.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3291840"/>
          </a:xfrm>
          <a:prstGeom prst="rect">
            <a:avLst/>
          </a:prstGeom>
          <a:solidFill>
            <a:srgbClr val="1A233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1920240"/>
            <a:ext cx="20116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Human writes code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AI suggests completions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Copilot fills in blanks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Quality depends on the coder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Context degrades over 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840480" cy="3291840"/>
          </a:xfrm>
          <a:prstGeom prst="rect">
            <a:avLst/>
          </a:prstGeom>
          <a:solidFill>
            <a:srgbClr val="1A23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920240"/>
            <a:ext cx="20116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21031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Human architects decisions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AI builds the entire system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Fresh agents prevent rot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Quality enforced by process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Every task gets clean context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 scales linearly. Autonomy scales exponentially.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73736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37744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301752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65760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 PROOF OF CONCEPT.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PROOF OF PRODUCTION.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520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366+ tests. 80+ commits. 15/15 defect catches.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23.7 KB neural network. Zero server infrastructure.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lines of hand-written code.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evidence package available.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SDLC Autonomy — Top-Down Racer v02 Evidence</dc:title>
  <dc:subject>PptxGenJS Presentation</dc:subject>
  <dc:creator>Briggsy</dc:creator>
  <cp:lastModifiedBy>Briggsy</cp:lastModifiedBy>
  <cp:revision>1</cp:revision>
  <dcterms:created xsi:type="dcterms:W3CDTF">2026-03-03T14:44:53Z</dcterms:created>
  <dcterms:modified xsi:type="dcterms:W3CDTF">2026-03-03T14:44:53Z</dcterms:modified>
</cp:coreProperties>
</file>