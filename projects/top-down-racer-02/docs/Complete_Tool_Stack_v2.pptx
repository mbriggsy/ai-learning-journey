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STACK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Racer v02  |  Autonomous Development Environment  |  v2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Briggsy &amp; Harry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tools. Zero context rot.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1920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dev. Fresh subagents per task.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43000"/>
            <a:ext cx="54864" cy="146304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258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Context7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94760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83280" y="1920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library docs. No hallucinated APIs.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43600" y="114300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43600" y="1143000"/>
            <a:ext cx="54864" cy="146304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37960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126480" y="1920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code navigation via LSP.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278892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278892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Seq. Thinking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051560" y="3246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4008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step-by-step reasoning.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00400" y="278892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0" y="2788920"/>
            <a:ext cx="54864" cy="1463040"/>
          </a:xfrm>
          <a:prstGeom prst="rect">
            <a:avLst/>
          </a:prstGeom>
          <a:solidFill>
            <a:srgbClr val="FB7185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718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947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Eng.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794760" y="3246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(partial)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338328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Cherry-picked skills, agents, commands.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943600" y="278892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943600" y="2788920"/>
            <a:ext cx="54864" cy="146304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97180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5379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537960" y="3246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12648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automation for visual testing.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GSD — Get Shit Done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FRAMEWORK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931920" cy="13716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Context Rot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Claude's context window fills up, quality tanks. At 50% capacity it starts rushing. At 70%+ it hallucinates. Long sessions = bad code.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3931920" cy="13716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Fresh Subagents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spawns a brand-new Claude instance (200K clean context) for every task. Task #50 runs just as sharp as task #1. No degradation, ever.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931920" cy="292608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Commands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1508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/gsd:new-project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you, creates spec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19476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/gsd:create-roadmap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2130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 from spec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37760" y="2386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/gsd:plan-phase 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2569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plan for phase 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37760" y="28254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/gsd:execute-plan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37760" y="3008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with fresh subagents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37760" y="3264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/gsd:quick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34472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tasks, same guarantees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63B5C"/>
          </a:solidFill>
          <a:ln/>
        </p:spPr>
      </p:sp>
      <p:sp>
        <p:nvSpPr>
          <p:cNvPr id="25" name="Shape 22"/>
          <p:cNvSpPr/>
          <p:nvPr/>
        </p:nvSpPr>
        <p:spPr>
          <a:xfrm>
            <a:off x="457200" y="416052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416052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GSD's workflow: Interview → Spec → Roadmap → Plan → Execute → Verify. Each task gets atomic git commits.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Claude's Superpowers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4290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06040" cy="54864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Context7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1600200"/>
            <a:ext cx="2331720" cy="256032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Documentation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22128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current, real documentation for any library or framework in real time.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" y="3172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training data is frozen. Without this, it invents APIs that don't exist. Context7 gives it the actual docs.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3931920"/>
            <a:ext cx="233172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context7 -- npx -y @upstash/context7-mcp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3273552" y="1005840"/>
            <a:ext cx="2606040" cy="34290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73552" y="1005840"/>
            <a:ext cx="2606040" cy="54864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18872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22192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410712" y="1600200"/>
            <a:ext cx="2331720" cy="256032"/>
          </a:xfrm>
          <a:prstGeom prst="rect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3410712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Code Navigation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10712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410712" y="22128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Server Protocol integration. Claude understands code at the symbol level — functions, types, references.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10712" y="2971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10712" y="3172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grep-style text searching, Claude knows what things ARE and how they connect. Refactoring becomes surgical.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410712" y="3931920"/>
            <a:ext cx="233172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4"/>
          <p:cNvSpPr/>
          <p:nvPr/>
        </p:nvSpPr>
        <p:spPr>
          <a:xfrm>
            <a:off x="3502152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serena -- uvx ... --context claude-code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6089904" y="1005840"/>
            <a:ext cx="2606040" cy="34290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89904" y="100584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18872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38544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Thinking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6227064" y="1600200"/>
            <a:ext cx="233172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6227064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Reasoning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227064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227064" y="22128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Claude through step-by-step reasoning chains for complex architectural decisions.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227064" y="2971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227064" y="3172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Claude from jumping to conclusions on hard problems. Architecture planning goes from 'meh' to 'damn.'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227064" y="3931920"/>
            <a:ext cx="233172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5"/>
          <p:cNvSpPr/>
          <p:nvPr/>
        </p:nvSpPr>
        <p:spPr>
          <a:xfrm>
            <a:off x="6318504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sequential-thinking -- npx -y @modelcontextprotocol/server-sequential-thinking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Engineering — Cherry Picks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plugin installed. We use only the pieces that complement GSD.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2606040" cy="324612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51560"/>
            <a:ext cx="2606040" cy="411480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051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SKILLS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compound-docs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31720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document-review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9748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frontend-design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063240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git-worktree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429000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2296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orchestrating-swarms</a:t>
            </a:r>
            <a:endParaRPr lang="en-US" sz="10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794760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2296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</a:t>
            </a:r>
            <a:endParaRPr lang="en-US" sz="1050" dirty="0"/>
          </a:p>
        </p:txBody>
      </p:sp>
      <p:sp>
        <p:nvSpPr>
          <p:cNvPr id="23" name="Shape 13"/>
          <p:cNvSpPr/>
          <p:nvPr/>
        </p:nvSpPr>
        <p:spPr>
          <a:xfrm>
            <a:off x="3273552" y="1051560"/>
            <a:ext cx="2606040" cy="324612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3273552" y="1051560"/>
            <a:ext cx="2606040" cy="411480"/>
          </a:xfrm>
          <a:prstGeom prst="rect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25" name="Text 15"/>
          <p:cNvSpPr/>
          <p:nvPr/>
        </p:nvSpPr>
        <p:spPr>
          <a:xfrm>
            <a:off x="3410712" y="1051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AGENTS</a:t>
            </a:r>
            <a:endParaRPr lang="en-US" sz="13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0712" y="1600200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39312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architecture-strategist</a:t>
            </a:r>
            <a:endParaRPr lang="en-US" sz="10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0712" y="1938528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639312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performance-oracle</a:t>
            </a:r>
            <a:endParaRPr lang="en-US" sz="10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0712" y="2276856"/>
            <a:ext cx="164592" cy="16459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639312" y="2231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security-sentinel</a:t>
            </a:r>
            <a:endParaRPr lang="en-US" sz="10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0712" y="2615184"/>
            <a:ext cx="164592" cy="16459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3639312" y="2569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code-simplicity-reviewer</a:t>
            </a:r>
            <a:endParaRPr lang="en-US" sz="10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0712" y="2953512"/>
            <a:ext cx="164592" cy="164592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3639312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pattern-recognition</a:t>
            </a:r>
            <a:endParaRPr lang="en-US" sz="10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10712" y="3291840"/>
            <a:ext cx="164592" cy="164592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3639312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bug-reproduction</a:t>
            </a:r>
            <a:endParaRPr lang="en-US" sz="10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10712" y="3630168"/>
            <a:ext cx="164592" cy="164592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3639312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best-practices-researcher</a:t>
            </a:r>
            <a:endParaRPr lang="en-US" sz="100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10712" y="3968496"/>
            <a:ext cx="164592" cy="164592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3639312" y="39227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spec-flow-analyzer</a:t>
            </a:r>
            <a:endParaRPr lang="en-US" sz="1000" dirty="0"/>
          </a:p>
        </p:txBody>
      </p:sp>
      <p:sp>
        <p:nvSpPr>
          <p:cNvPr id="42" name="Shape 24"/>
          <p:cNvSpPr/>
          <p:nvPr/>
        </p:nvSpPr>
        <p:spPr>
          <a:xfrm>
            <a:off x="6089904" y="1051560"/>
            <a:ext cx="2606040" cy="324612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25"/>
          <p:cNvSpPr/>
          <p:nvPr/>
        </p:nvSpPr>
        <p:spPr>
          <a:xfrm>
            <a:off x="6089904" y="1051560"/>
            <a:ext cx="2606040" cy="41148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4" name="Text 26"/>
          <p:cNvSpPr/>
          <p:nvPr/>
        </p:nvSpPr>
        <p:spPr>
          <a:xfrm>
            <a:off x="6227064" y="1051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COMMANDS</a:t>
            </a:r>
            <a:endParaRPr lang="en-US" sz="13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27064" y="1618488"/>
            <a:ext cx="164592" cy="164592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6455664" y="1572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/deepen-plan</a:t>
            </a:r>
            <a:endParaRPr lang="en-US" sz="1050" dirty="0"/>
          </a:p>
        </p:txBody>
      </p:sp>
      <p:sp>
        <p:nvSpPr>
          <p:cNvPr id="47" name="Text 28"/>
          <p:cNvSpPr/>
          <p:nvPr/>
        </p:nvSpPr>
        <p:spPr>
          <a:xfrm>
            <a:off x="6455664" y="1801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GSD plans with parallel research</a:t>
            </a:r>
            <a:endParaRPr lang="en-US" sz="900" dirty="0"/>
          </a:p>
        </p:txBody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27064" y="2258568"/>
            <a:ext cx="164592" cy="164592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6455664" y="2212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/reproduce-bug</a:t>
            </a:r>
            <a:endParaRPr lang="en-US" sz="1050" dirty="0"/>
          </a:p>
        </p:txBody>
      </p:sp>
      <p:sp>
        <p:nvSpPr>
          <p:cNvPr id="50" name="Text 30"/>
          <p:cNvSpPr/>
          <p:nvPr/>
        </p:nvSpPr>
        <p:spPr>
          <a:xfrm>
            <a:off x="6455664" y="2441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bug investigation</a:t>
            </a:r>
            <a:endParaRPr lang="en-US" sz="900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27064" y="2898648"/>
            <a:ext cx="164592" cy="164592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6455664" y="2852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/resolve_parallel</a:t>
            </a:r>
            <a:endParaRPr lang="en-US" sz="1050" dirty="0"/>
          </a:p>
        </p:txBody>
      </p:sp>
      <p:sp>
        <p:nvSpPr>
          <p:cNvPr id="53" name="Text 32"/>
          <p:cNvSpPr/>
          <p:nvPr/>
        </p:nvSpPr>
        <p:spPr>
          <a:xfrm>
            <a:off x="6455664" y="30815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TODO resolution</a:t>
            </a:r>
            <a:endParaRPr lang="en-US" sz="900" dirty="0"/>
          </a:p>
        </p:txBody>
      </p:sp>
      <p:sp>
        <p:nvSpPr>
          <p:cNvPr id="54" name="Shape 33"/>
          <p:cNvSpPr/>
          <p:nvPr/>
        </p:nvSpPr>
        <p:spPr>
          <a:xfrm>
            <a:off x="6227064" y="3520440"/>
            <a:ext cx="2331720" cy="36576"/>
          </a:xfrm>
          <a:prstGeom prst="rect">
            <a:avLst/>
          </a:prstGeom>
          <a:solidFill>
            <a:srgbClr val="64748B">
              <a:alpha val="50000"/>
            </a:srgbClr>
          </a:solidFill>
          <a:ln/>
        </p:spPr>
      </p:sp>
      <p:sp>
        <p:nvSpPr>
          <p:cNvPr id="55" name="Text 34"/>
          <p:cNvSpPr/>
          <p:nvPr/>
        </p:nvSpPr>
        <p:spPr>
          <a:xfrm>
            <a:off x="6227064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 (GSD conflict)</a:t>
            </a:r>
            <a:endParaRPr lang="en-US" sz="900" dirty="0"/>
          </a:p>
        </p:txBody>
      </p:sp>
      <p:sp>
        <p:nvSpPr>
          <p:cNvPr id="56" name="Text 35"/>
          <p:cNvSpPr/>
          <p:nvPr/>
        </p:nvSpPr>
        <p:spPr>
          <a:xfrm>
            <a:off x="6227064" y="3886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/lfg  /slfg  /plan  /work  /review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Ruby/Rails/DHH-specific tools</a:t>
            </a:r>
            <a:endParaRPr lang="en-US" sz="850" dirty="0"/>
          </a:p>
        </p:txBody>
      </p:sp>
      <p:sp>
        <p:nvSpPr>
          <p:cNvPr id="57" name="Shape 3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solidFill>
            <a:srgbClr val="163B5C"/>
          </a:solidFill>
          <a:ln/>
        </p:spPr>
      </p:sp>
      <p:sp>
        <p:nvSpPr>
          <p:cNvPr id="58" name="Text 37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 /plugin marketplace add everyinc/compound-engineering-plugin  →  /plugin install compound-engineering@every-marketplace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 Firepower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029200" cy="54864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— BROWSER AUTOMATION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automation via Microsoft Playwright. Launches headless Chromium to capture screenshots, validate visual output, and test the rendered game in CI without a human clicking around.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during Phase 2/3 for visual regression testing. Ensures the renderer draws what the engine says it should. Catches rendering bugs before humans do.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520440"/>
            <a:ext cx="4663440" cy="548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520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playwright 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npx -y @anthropic-ai/mcp-server-playwright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1097280"/>
            <a:ext cx="2926080" cy="3200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1097280"/>
            <a:ext cx="2926080" cy="54864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4652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MCP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94360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94360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Claude Code manage GitHub repos directly. Create PRs, issues, review code — all without leaving the terminal.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GitHub Personal Access Token (fine-grained, repo scope).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18"/>
          <p:cNvSpPr/>
          <p:nvPr/>
        </p:nvSpPr>
        <p:spPr>
          <a:xfrm>
            <a:off x="603504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github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-e GITHUB_PERSONAL_ACCESS_TOKEN=...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FITS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Orchestration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7150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188720"/>
            <a:ext cx="14173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built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07108" y="14173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1742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17420" y="1188720"/>
            <a:ext cx="1417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21742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1742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spec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roadmap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3028" y="14173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6334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63340" y="1188720"/>
            <a:ext cx="14173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386334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6334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200K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per task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98948" y="14173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0926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09260" y="1188720"/>
            <a:ext cx="141732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550926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926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Context7 + Serena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Seq. Thinking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4868" y="14173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15518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5180" y="1188720"/>
            <a:ext cx="141732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715518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518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commits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output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468880"/>
            <a:ext cx="8229600" cy="36576"/>
          </a:xfrm>
          <a:prstGeom prst="rect">
            <a:avLst/>
          </a:prstGeom>
          <a:solidFill>
            <a:srgbClr val="163B5C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743200"/>
            <a:ext cx="2697480" cy="155448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880360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6012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Manages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436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Specs, roadmaps, task planning,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spawning, verification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337560" y="2743200"/>
            <a:ext cx="2697480" cy="155448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88036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84048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Provide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47472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docs, semantic code nav,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reasoning chains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217920" y="2743200"/>
            <a:ext cx="2697480" cy="155448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880360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72084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Eng. Adds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35508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 for review,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performance, patterns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framework to drive.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tools to keep it sharp.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subagent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any 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commits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verification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solidFill>
            <a:srgbClr val="163B5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95928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931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Ready?   cd /c/Projects/top-down-racer-v02 &amp;&amp; claude   then   /gsd:new-project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Top-Down Racer v02 — Complete Tool Stack</dc:title>
  <dc:subject>PptxGenJS Presentation</dc:subject>
  <dc:creator>Claude</dc:creator>
  <cp:lastModifiedBy>Claude</cp:lastModifiedBy>
  <cp:revision>1</cp:revision>
  <dcterms:created xsi:type="dcterms:W3CDTF">2026-02-27T17:06:48Z</dcterms:created>
  <dcterms:modified xsi:type="dcterms:W3CDTF">2026-02-27T17:06:48Z</dcterms:modified>
</cp:coreProperties>
</file>