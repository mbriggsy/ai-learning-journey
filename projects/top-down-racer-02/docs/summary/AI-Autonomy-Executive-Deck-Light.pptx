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61" r:id="rId6"/>
    <p:sldId id="262" r:id="rId7"/>
    <p:sldId id="260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749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417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BFB54C-3395-192F-F6AA-B02867A7DA1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48006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hyperlink" Target="https://top-down-racer-02.vercel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hyperlink" Target="https://top-down-racer-02.vercel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BEST-IN-CLASS SDLC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BY AI - AUTONOMOUSLY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DIRECTED BY HUMANS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711451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280"/>
                </a:solidFill>
                <a:latin typeface="Arial" pitchFamily="34" charset="0"/>
                <a:cs typeface="Arial" pitchFamily="34" charset="-120"/>
              </a:rPr>
              <a:t xml:space="preserve">AI SDLC Autonomy isn't the future. It's now 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43789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racing game + neural network AI opponent built through autonomous AI SDLC.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Specification, architecture, planning, code, testing, review, defect prevention, deployment.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Briggsy  •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65960" cy="228600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65960" cy="54864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Racing Game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tracks, full sound, particles,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menus, HUD, pause, replays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1965960" cy="228600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06040" y="914400"/>
            <a:ext cx="1965960" cy="54864"/>
          </a:xfrm>
          <a:prstGeom prst="rect">
            <a:avLst/>
          </a:prstGeom>
          <a:solidFill>
            <a:srgbClr val="009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Self-taught driving via RL — zero human training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1965960" cy="228600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196596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Deployed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inference at 60fps,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static, zero server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0"/>
            <a:ext cx="1965960" cy="228600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03720" y="914400"/>
            <a:ext cx="1965960" cy="54864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vs Human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against your own creation.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with grace period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E8F4F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PLAY IT LIVE  →  </a:t>
            </a:r>
            <a:r>
              <a:rPr lang="en-US" sz="1200" u="sng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https://top-down-racer-02.vercel.app/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never writes code. The human makes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4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hand-written game code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Every line authored by Claude Code.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human architectural direction.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copilot. Not autocomplete. Autonomous development.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914400"/>
            <a:ext cx="3017520" cy="59436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0" y="960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of 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0" y="960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627632"/>
            <a:ext cx="3017520" cy="59436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52160" y="16733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189+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167335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2340864"/>
            <a:ext cx="3017520" cy="59436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0" y="238658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389+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0" y="238658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3054096"/>
            <a:ext cx="3017520" cy="59436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309981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0" y="309981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3767328"/>
            <a:ext cx="3017520" cy="59436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38130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10,497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0" y="381304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SDLC. RUN BY AI.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554480" cy="64008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554480" cy="45720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SPECIFY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914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280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914400"/>
            <a:ext cx="1554480" cy="64008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48840" y="914400"/>
            <a:ext cx="1554480" cy="45720"/>
          </a:xfrm>
          <a:prstGeom prst="rect">
            <a:avLst/>
          </a:prstGeom>
          <a:solidFill>
            <a:srgbClr val="009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4884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PLAN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914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28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914400"/>
            <a:ext cx="1554480" cy="64008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31920" y="914400"/>
            <a:ext cx="1554480" cy="45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DEEPEN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914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28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15000" y="914400"/>
            <a:ext cx="1554480" cy="64008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15000" y="914400"/>
            <a:ext cx="1554480" cy="457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1500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EXECUTE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914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28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0" y="914400"/>
            <a:ext cx="1554480" cy="64008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0" y="914400"/>
            <a:ext cx="1554480" cy="45720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VERIFY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War-game every decision. Document before building.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2331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into atomic tasks. 50% context window max.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2834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10-12 research agents review before execution.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3337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subagents per task. Clean 200K context.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86000" y="3840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Goal-backward testing. Architecture review.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rot eliminated. Task 189 runs at the same quality as Task 1.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autonomous development. Best-in-class SDLC — with the evidence to prove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HELD CLEAN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decoupled architecture verified across 189+ commits and 6 phases.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474720" cy="256032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474720" cy="54864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TypeScript logic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084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rendering imports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4323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headless in Node.js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7797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13K+ ticks/sec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127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physics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→</a:t>
            </a:r>
          </a:p>
          <a:p>
            <a:pPr algn="ctr"/>
            <a:r>
              <a:rPr lang="en-US" sz="11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state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1188720"/>
            <a:ext cx="3383280" cy="256032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03520" y="1188720"/>
            <a:ext cx="3383280" cy="54864"/>
          </a:xfrm>
          <a:prstGeom prst="rect">
            <a:avLst/>
          </a:prstGeom>
          <a:solidFill>
            <a:srgbClr val="009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0" y="1325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PIXIJS RENDERER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layer only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084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touches game logic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4323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WebGL 2D rendering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7797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engine state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127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Browser-only component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29387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*Boundary violation caught by architecture-strategist agent before Phase 3.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review, not manual inspection.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TAUGHT ITSELF TO DRIVE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5029200" cy="59436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4864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steps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8229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flailing. Drives into walls.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029200" cy="59436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4864" cy="5943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30K steps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508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forward motion. Stays on road sometimes.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94560"/>
            <a:ext cx="5029200" cy="59436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2194560"/>
            <a:ext cx="54864" cy="594360"/>
          </a:xfrm>
          <a:prstGeom prst="rect">
            <a:avLst/>
          </a:prstGeom>
          <a:solidFill>
            <a:srgbClr val="009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 steps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21945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laps. Learns braking points.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5029200" cy="59436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2880360"/>
            <a:ext cx="54864" cy="594360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 steps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2880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Rips the hardest track. Zero wall contact.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822960"/>
            <a:ext cx="2743200" cy="50292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35040" y="822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822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iterations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371600"/>
            <a:ext cx="2743200" cy="50292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0" y="1371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contacts at convergence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920240"/>
            <a:ext cx="2743200" cy="50292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0" y="1920240"/>
            <a:ext cx="9182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0.994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1920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variance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2468880"/>
            <a:ext cx="2743200" cy="50292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3504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0" y="2468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dimensions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3017520"/>
            <a:ext cx="2743200" cy="50292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35040" y="30175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0" y="3017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outputs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PACKAGE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7-document evidence package proving SDLC rigor across the full lifecycle. Not vibes — verification.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45720" cy="420624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0972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project overview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1554480"/>
            <a:ext cx="45720" cy="420624"/>
          </a:xfrm>
          <a:prstGeom prst="rect">
            <a:avLst/>
          </a:prstGeom>
          <a:solidFill>
            <a:srgbClr val="009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5544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Evidence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15544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boundary violations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011680"/>
            <a:ext cx="768096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2011680"/>
            <a:ext cx="45720" cy="42062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01168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0116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Traceability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20116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traced items, 100% coverage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468880"/>
            <a:ext cx="768096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2468880"/>
            <a:ext cx="45720" cy="420624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246888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24688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Defect Prevention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24688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389 tests, 15/15 catches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2926080"/>
            <a:ext cx="768096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2926080"/>
            <a:ext cx="45720" cy="420624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292608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29260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29260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circular deps, strict 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383280"/>
            <a:ext cx="768096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1520" y="3383280"/>
            <a:ext cx="45720" cy="420624"/>
          </a:xfrm>
          <a:prstGeom prst="rect">
            <a:avLst/>
          </a:prstGeom>
          <a:solidFill>
            <a:srgbClr val="009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" y="338328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33832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 Evidence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33832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 KB model, 0 tuning iterations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3840480"/>
            <a:ext cx="768096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1520" y="3840480"/>
            <a:ext cx="45720" cy="42062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4400" y="384048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71600" y="38404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&amp; Workflow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0" y="38404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decisions, 11 learnings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4297680"/>
            <a:ext cx="768096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31520" y="4297680"/>
            <a:ext cx="45720" cy="420624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14400" y="429768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371600" y="42976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Metrics Dashboard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89120" y="42976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metrics visualized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0" y="484759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backed by automated evidence, not assertions. Best-in-class SDLC demands best-in-class proof.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50292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(yesterday)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(now)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7680960" cy="50292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codes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writes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builds the entire 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7680960" cy="50292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completions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development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50292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560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metaphor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560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fills in blanks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560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agents prevent rot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driver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the coder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by process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657600"/>
            <a:ext cx="7680960" cy="50292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Degrades over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gets clean context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scales linearly. Autonomy scales exponentially.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ISN'T JUST AUTONOMOUS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BEST-IN-CLASS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2286000"/>
            <a:ext cx="1371600" cy="100584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389+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09928" y="2286000"/>
            <a:ext cx="1371600" cy="100584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09928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189+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09928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45536" y="2286000"/>
            <a:ext cx="1371600" cy="100584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45536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15/15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45536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catches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81144" y="2286000"/>
            <a:ext cx="1371600" cy="100584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81144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23.7 KB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81144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1371600" cy="100584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16752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10,497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16752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52360" y="2286000"/>
            <a:ext cx="1371600" cy="1005840"/>
          </a:xfrm>
          <a:prstGeom prst="rect">
            <a:avLst/>
          </a:prstGeom>
          <a:solidFill>
            <a:srgbClr val="EBF5FF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52360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5236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hand-written lines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356616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E8F4FC"/>
          </a:solidFill>
          <a:ln w="1905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54480" y="36118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PLAY IT NOW  →  </a:t>
            </a:r>
            <a:r>
              <a:rPr lang="en-US" sz="1300" u="sng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https://top-down-racer-02.vercel.app/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373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7-document evidence package. Every claim verified. The SDLC is the product.</a:t>
            </a:r>
          </a:p>
          <a:p>
            <a:pPr marL="0" indent="0" algn="ctr">
              <a:buNone/>
            </a:pPr>
            <a:endParaRPr lang="en-US" sz="1200" i="1" dirty="0">
              <a:solidFill>
                <a:srgbClr val="5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5B7280"/>
                </a:solidFill>
                <a:latin typeface="Arial" pitchFamily="34" charset="0"/>
                <a:cs typeface="Arial" pitchFamily="34" charset="-120"/>
              </a:rPr>
              <a:t>This isn't proof of concept. It's a proof of production.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On-screen Show (16:9)</PresentationFormat>
  <Paragraphs>169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Best-in-Class AI SDLC — Top-Down Racer v02 Evidence Package</dc:title>
  <dc:subject>PptxGenJS Presentation</dc:subject>
  <dc:creator>Briggsy</dc:creator>
  <cp:lastModifiedBy>Briggs, Michael</cp:lastModifiedBy>
  <cp:revision>2</cp:revision>
  <dcterms:created xsi:type="dcterms:W3CDTF">2026-03-04T14:04:54Z</dcterms:created>
  <dcterms:modified xsi:type="dcterms:W3CDTF">2026-03-04T14:33:54Z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c63503-0fb3-4712-a32e-7ecb4b7d79e8_Enabled">
    <vt:lpwstr>true</vt:lpwstr>
  </property>
  <property fmtid="{D5CDD505-2E9C-101B-9397-08002B2CF9AE}" pid="3" name="MSIP_Label_88c63503-0fb3-4712-a32e-7ecb4b7d79e8_SetDate">
    <vt:lpwstr>2026-03-04T14:33:52Z</vt:lpwstr>
  </property>
  <property fmtid="{D5CDD505-2E9C-101B-9397-08002B2CF9AE}" pid="4" name="MSIP_Label_88c63503-0fb3-4712-a32e-7ecb4b7d79e8_Method">
    <vt:lpwstr>Standard</vt:lpwstr>
  </property>
  <property fmtid="{D5CDD505-2E9C-101B-9397-08002B2CF9AE}" pid="5" name="MSIP_Label_88c63503-0fb3-4712-a32e-7ecb4b7d79e8_Name">
    <vt:lpwstr>88c63503-0fb3-4712-a32e-7ecb4b7d79e8</vt:lpwstr>
  </property>
  <property fmtid="{D5CDD505-2E9C-101B-9397-08002B2CF9AE}" pid="6" name="MSIP_Label_88c63503-0fb3-4712-a32e-7ecb4b7d79e8_SiteId">
    <vt:lpwstr>d9da684f-2c03-432a-a7b6-ed714ffc7683</vt:lpwstr>
  </property>
  <property fmtid="{D5CDD505-2E9C-101B-9397-08002B2CF9AE}" pid="7" name="MSIP_Label_88c63503-0fb3-4712-a32e-7ecb4b7d79e8_ActionId">
    <vt:lpwstr>c55e0846-396f-489a-b88a-7963333d2612</vt:lpwstr>
  </property>
  <property fmtid="{D5CDD505-2E9C-101B-9397-08002B2CF9AE}" pid="8" name="MSIP_Label_88c63503-0fb3-4712-a32e-7ecb4b7d79e8_ContentBits">
    <vt:lpwstr>2</vt:lpwstr>
  </property>
  <property fmtid="{D5CDD505-2E9C-101B-9397-08002B2CF9AE}" pid="9" name="MSIP_Label_88c63503-0fb3-4712-a32e-7ecb4b7d79e8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Internal</vt:lpwstr>
  </property>
</Properties>
</file>