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op-down-racer-02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op-down-racer-02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SDLC AUTONOMY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ISN'T THE FUTURE. </a:t>
            </a:r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NOW.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Racer v02 — Evidence Package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racing game + neural network AI opponent built by autonomous AI development.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hand-written game code.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Briggsy  •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19659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Game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tracks, full sound, particles,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menus, HUD, pause, replays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6596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914400"/>
            <a:ext cx="196596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Self-taught driving via RL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human training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96596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196596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Deployed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inference at 60fps,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static, zero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196596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914400"/>
            <a:ext cx="19659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097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Human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against your own creation.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with grace period.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IT LIVE  →  </a:t>
            </a:r>
            <a:pPr algn="ctr"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https://top-down-racer-02.vercel.app/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never writes code. The human makes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hand-written game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authored by Claude Code under human architectural direction.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copilot. Not autocomplete. Autonomous development.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01752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of 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0" y="960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27632"/>
            <a:ext cx="301752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6733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189+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67335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340864"/>
            <a:ext cx="301752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3865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389+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23865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054096"/>
            <a:ext cx="301752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09981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30998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3767328"/>
            <a:ext cx="301752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0" y="38130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10,497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38130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651760" cy="16459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97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13K+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ticks/sec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was 10,000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914400"/>
            <a:ext cx="2651760" cy="16459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097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 min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to competent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 steps on Track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2651760" cy="16459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097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23.7 KB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model 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any browser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743200"/>
            <a:ext cx="2651760" cy="16459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288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runs × 10K ticks = identical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26280" y="2743200"/>
            <a:ext cx="2651760" cy="16459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/ 15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634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Pre-execution catches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PREVENTION: 15 FOR 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pre-execution review caught real bugs. Not theoretical risks — concrete defects.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Caught Before Execution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0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Have Shipped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reward (not dense)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completely fails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bonus 37× too high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spins in circles, never races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VecNorm case mismatch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inference returns NaN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heading 90° wrong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car drives sideways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42900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ticks during pause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429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window consumed while paused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WASM tensors not disposed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KB/min memory leak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specialized research agents review every plan before a single line of code is written.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HELD CLEAN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decoupled architecture verified across 189+ commits and 6 phases.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560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TypeScript logic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rendering imports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headless in Node.js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13K+ ticks/sec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physics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reads state  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188720"/>
            <a:ext cx="3383280" cy="256032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0" y="1188720"/>
            <a:ext cx="338328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PIXIJS RENDERER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layer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084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touches game logic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4323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2D rendering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7797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engine 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Browser-only component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violation caught by architecture-strategist agent before Phase 3.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review, not manual inspection.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TAUGHT ITSELF TO DRIVE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502920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59436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822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822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flailing. Drives into walls.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02920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508760"/>
            <a:ext cx="54864" cy="59436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087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30K steps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5087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forward motion. Stays on road sometimes.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94560"/>
            <a:ext cx="502920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194560"/>
            <a:ext cx="54864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194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194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laps. Learns braking points.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5029200" cy="5943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88036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80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Rips the hardest track. Zero wall contact.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822960"/>
            <a:ext cx="274320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822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822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iterations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274320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contacts at convergence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920240"/>
            <a:ext cx="274320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920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1920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variance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468880"/>
            <a:ext cx="274320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468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dimensions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017520"/>
            <a:ext cx="274320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0175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5800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outputs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VIBES. ENGINEERING.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55448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554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SPECIFY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914400"/>
            <a:ext cx="155448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48840" y="914400"/>
            <a:ext cx="155448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914400"/>
            <a:ext cx="155448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914400"/>
            <a:ext cx="1554480" cy="457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DEEPEN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15000" y="914400"/>
            <a:ext cx="155448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5000" y="914400"/>
            <a:ext cx="15544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EXECUTE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9144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914400"/>
            <a:ext cx="1554480" cy="640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914400"/>
            <a:ext cx="1554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960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VERIFY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War-game every decision. Document before building.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into atomic tasks. 50% context window max.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 research agents review before execution.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subagents per task. Clean 200K context.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0" y="3840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Goal-backward testing. Architecture review.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 eliminated. Task 50 runs at the same quality as Task 1.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never writes code. The human makes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50292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(yesterday)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(now)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 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the entire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768096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completions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metaphor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fills in blanks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agents prevent rot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driver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coder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3108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by process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Degrades over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gets clean context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scales linearly. Autonomy scales exponentially.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ISN'T A PROOF OF CONCEPT.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A PROOF OF PRODUCTION.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389+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09928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09928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189+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09928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45536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45536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15/15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45536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catches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81144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23.7 KB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1144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16752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10,497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16752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52360" y="2286000"/>
            <a:ext cx="1371600" cy="10058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5236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hand-written lines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356616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611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IT NOW  →  </a:t>
            </a:r>
            <a:pPr algn="ctr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https://top-down-racer-02.vercel.app/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evidence package available.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SDLC Autonomy — Top-Down Racer v02 Evidence Package</dc:title>
  <dc:subject>PptxGenJS Presentation</dc:subject>
  <dc:creator>Briggsy</dc:creator>
  <cp:lastModifiedBy>Briggsy</cp:lastModifiedBy>
  <cp:revision>1</cp:revision>
  <dcterms:created xsi:type="dcterms:W3CDTF">2026-03-03T19:40:18Z</dcterms:created>
  <dcterms:modified xsi:type="dcterms:W3CDTF">2026-03-03T19:40:18Z</dcterms:modified>
</cp:coreProperties>
</file>