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3" r:id="rId5"/>
    <p:sldId id="261" r:id="rId6"/>
    <p:sldId id="262" r:id="rId7"/>
    <p:sldId id="260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749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8417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BFB54C-3395-192F-F6AA-B02867A7DA1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4800600"/>
            <a:ext cx="4508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hyperlink" Target="https://top-down-racer-02.vercel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hyperlink" Target="https://top-down-racer-02.vercel.app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4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BEST-IN-CLASS SDLC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BY AI - AUTONOMOUSLY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DIRECTED BY HUMANS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2711451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8899AA"/>
                </a:solidFill>
                <a:latin typeface="Arial" pitchFamily="34" charset="0"/>
                <a:cs typeface="Arial" pitchFamily="34" charset="-120"/>
              </a:rPr>
              <a:t xml:space="preserve">AI SDLC Autonomy isn't the future. It's now 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343789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racing game + neural network AI opponent built through autonomous AI SDLC.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Specification, architecture, planning, code, testing, review, defect prevention, deployment.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Briggsy  •  March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965960" cy="54864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Racing Game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tracks, full sound, particles,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menus, HUD, pause, replays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606040" y="914400"/>
            <a:ext cx="1965960" cy="54864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AI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Self-taught driving via RL — zero human training 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1965960" cy="54864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Deployed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9204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inference at 60fps,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static, zero server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903720" y="914400"/>
            <a:ext cx="1965960" cy="5486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4088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vs Human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 against your own creation.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 with grace period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768096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36118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PLAY IT LIVE  →  </a:t>
            </a: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never writes code. The human makes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FACTS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4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hand-written game code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Every line authored by Claude Code.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human architectural direction.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copilot. Not autocomplete. Autonomous development.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0" y="914400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52160" y="9601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of 6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0" y="96012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0" y="1627632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852160" y="1673352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189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0" y="16733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340864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52160" y="2386584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0" y="238658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3054096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852160" y="3099816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315200" y="30998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days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0" y="3767328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52160" y="38130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10,497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0" y="381304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BEST-IN-CLASS SDLC. RUN BY AI.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1554480" cy="45720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SPECIFY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4884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48840" y="914400"/>
            <a:ext cx="1554480" cy="45720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4884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PLAN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0332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93192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931920" y="914400"/>
            <a:ext cx="1554480" cy="45720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3192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DEEPEN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1500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715000" y="914400"/>
            <a:ext cx="155448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71500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EXECUTE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808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98080" y="914400"/>
            <a:ext cx="1554480" cy="45720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9808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VERIFY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18288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86000" y="1828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War-game every decision. Document before building.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233172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2331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2331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into atomic tasks. 50% context window max.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14400" y="2834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86000" y="28346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10-12 research agents review before execution.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333756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14400" y="3337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337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subagents per task. Clean 200K context.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1440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286000" y="3840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Goal-backward testing. Architecture review.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rot eliminated. Task 189 runs at the same quality as Task 1.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" y="48463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autonomous development. Best-in-class SDLC — with the evidence to prove it.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HELD CLEAN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Two-layer decoupled architecture verified across 189+ commits and 6 phases.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474720" cy="256032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474720" cy="54864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TypeScript logic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084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rendering imports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4323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headless in Node.js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27797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13K+ ticks/sec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3127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physics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0" y="20116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→</a:t>
            </a:r>
          </a:p>
          <a:p>
            <a:pPr algn="ctr"/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state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0" y="1188720"/>
            <a:ext cx="3383280" cy="256032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303520" y="1188720"/>
            <a:ext cx="3383280" cy="54864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0" y="13258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PIXIJS RENDERER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0" y="1737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layer only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2084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touches game logic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4323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WebGL 2D rendering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0" y="27797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engine state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0" y="3127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Browser-only component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29387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*Boundary violation caught by architecture-strategist agent before Phase 3.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review, not manual inspection.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TAUGHT ITSELF TO DRIVE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822960"/>
            <a:ext cx="54864" cy="594360"/>
          </a:xfrm>
          <a:prstGeom prst="rect">
            <a:avLst/>
          </a:prstGeom>
          <a:solidFill>
            <a:srgbClr val="F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8229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steps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8229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flailing. Drives into walls.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54864" cy="594360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15087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30K steps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15087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Discovers forward motion. Stays on road sometimes.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1945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1520" y="2194560"/>
            <a:ext cx="54864" cy="594360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21945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60K steps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0" y="21945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laps. Learns braking points.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2880360"/>
            <a:ext cx="54864" cy="594360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28803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 steps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8803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Rips the hardest track. Zero wall contact.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0" y="82296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35040" y="8229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0" y="8229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iterations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0" y="136017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35040" y="136017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0" y="136017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contacts at convergence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89738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35040" y="1897380"/>
            <a:ext cx="9182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58000" y="18973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Explained variance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43600" y="243459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35040" y="243459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0" y="243459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dimensions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97180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35040" y="29718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58000" y="29718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outputs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PACKAGE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7-document evidence package proving SDLC rigor across the full lifecycle. Not vibes — verification.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45720" cy="420624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0972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0972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0" y="10972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project overview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1554480"/>
            <a:ext cx="45720" cy="420624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15544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554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Evidence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0" y="15544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boundary violations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0116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2011680"/>
            <a:ext cx="45720" cy="420624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20116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20116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Traceability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20116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traced items, 100% coverage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24688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1520" y="2468880"/>
            <a:ext cx="45720" cy="4206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400" y="24688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24688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Defect Prevention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24688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389 tests, 15/15 catches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29260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1520" y="2926080"/>
            <a:ext cx="45720" cy="420624"/>
          </a:xfrm>
          <a:prstGeom prst="rect">
            <a:avLst/>
          </a:prstGeom>
          <a:solidFill>
            <a:srgbClr val="00D4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29260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29260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 Analysis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29260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circular deps, strict 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33832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31520" y="3383280"/>
            <a:ext cx="45720" cy="420624"/>
          </a:xfrm>
          <a:prstGeom prst="rect">
            <a:avLst/>
          </a:prstGeom>
          <a:solidFill>
            <a:srgbClr val="00FF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14400" y="33832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71600" y="33832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Evidence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0" y="33832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23.7 KB model, 0 tuning iterations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" y="38404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31520" y="3840480"/>
            <a:ext cx="45720" cy="420624"/>
          </a:xfrm>
          <a:prstGeom prst="rect">
            <a:avLst/>
          </a:prstGeom>
          <a:solidFill>
            <a:srgbClr val="FFB8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14400" y="38404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71600" y="3840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&amp; Workflow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0" y="38404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decisions, 11 learnings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1520" y="42976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31520" y="4297680"/>
            <a:ext cx="45720" cy="4206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14400" y="42976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371600" y="42976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Metrics Dashboard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389120" y="42976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metrics visualized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31520" y="484759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backed by automated evidence, not assertions. Best-in-class SDLC demands best-in-class proof.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7680960" cy="502920"/>
          </a:xfrm>
          <a:prstGeom prst="rect">
            <a:avLst/>
          </a:prstGeom>
          <a:solidFill>
            <a:srgbClr val="1A22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9144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74320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(yesterday)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 (now)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codes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writes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builds the entire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01168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20116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role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011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completions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0" y="2011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development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2560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metaphor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fills in blanks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agents prevent rot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driver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 on the coder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by process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2960" y="3657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3657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Degrades over time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0" y="3657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task gets clean context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scales linearly. Autonomy scales exponentially.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ISN'T JUST AUTONOMOUS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IT'S BEST-IN-CLASS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09928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709928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189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09928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45536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145536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15/15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145536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catches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81144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81144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23.7 KB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81144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16752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16752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10,497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016752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52360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452360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5236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hand-written lines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371600" y="3566160"/>
            <a:ext cx="640080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905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554480" y="361188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PLAY IT NOW  →  </a:t>
            </a:r>
            <a:r>
              <a:rPr lang="en-US" sz="13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3738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7-document evidence package. Every claim verified. The SDLC is the product.</a:t>
            </a:r>
          </a:p>
          <a:p>
            <a:pPr marL="0" indent="0" algn="ctr">
              <a:buNone/>
            </a:pPr>
            <a:endParaRPr lang="en-US" sz="1200" i="1" dirty="0">
              <a:solidFill>
                <a:srgbClr val="8899A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200" i="1" dirty="0">
                <a:solidFill>
                  <a:srgbClr val="8899AA"/>
                </a:solidFill>
                <a:latin typeface="Arial" pitchFamily="34" charset="0"/>
                <a:cs typeface="Arial" pitchFamily="34" charset="-120"/>
              </a:rPr>
              <a:t>This isn't proof of concept. It's a proof of production.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661</Words>
  <Application>Microsoft Office PowerPoint</Application>
  <PresentationFormat>On-screen Show (16:9)</PresentationFormat>
  <Paragraphs>169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Arial Black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Best-in-Class AI SDLC — Top-Down Racer v02 Evidence Package</dc:title>
  <dc:subject>PptxGenJS Presentation</dc:subject>
  <dc:creator>Briggsy</dc:creator>
  <cp:lastModifiedBy>Briggs, Michael</cp:lastModifiedBy>
  <cp:revision>2</cp:revision>
  <dcterms:created xsi:type="dcterms:W3CDTF">2026-03-04T14:04:54Z</dcterms:created>
  <dcterms:modified xsi:type="dcterms:W3CDTF">2026-03-04T14:33:54Z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8c63503-0fb3-4712-a32e-7ecb4b7d79e8_Enabled">
    <vt:lpwstr>true</vt:lpwstr>
  </property>
  <property fmtid="{D5CDD505-2E9C-101B-9397-08002B2CF9AE}" pid="3" name="MSIP_Label_88c63503-0fb3-4712-a32e-7ecb4b7d79e8_SetDate">
    <vt:lpwstr>2026-03-04T14:33:52Z</vt:lpwstr>
  </property>
  <property fmtid="{D5CDD505-2E9C-101B-9397-08002B2CF9AE}" pid="4" name="MSIP_Label_88c63503-0fb3-4712-a32e-7ecb4b7d79e8_Method">
    <vt:lpwstr>Standard</vt:lpwstr>
  </property>
  <property fmtid="{D5CDD505-2E9C-101B-9397-08002B2CF9AE}" pid="5" name="MSIP_Label_88c63503-0fb3-4712-a32e-7ecb4b7d79e8_Name">
    <vt:lpwstr>88c63503-0fb3-4712-a32e-7ecb4b7d79e8</vt:lpwstr>
  </property>
  <property fmtid="{D5CDD505-2E9C-101B-9397-08002B2CF9AE}" pid="6" name="MSIP_Label_88c63503-0fb3-4712-a32e-7ecb4b7d79e8_SiteId">
    <vt:lpwstr>d9da684f-2c03-432a-a7b6-ed714ffc7683</vt:lpwstr>
  </property>
  <property fmtid="{D5CDD505-2E9C-101B-9397-08002B2CF9AE}" pid="7" name="MSIP_Label_88c63503-0fb3-4712-a32e-7ecb4b7d79e8_ActionId">
    <vt:lpwstr>c55e0846-396f-489a-b88a-7963333d2612</vt:lpwstr>
  </property>
  <property fmtid="{D5CDD505-2E9C-101B-9397-08002B2CF9AE}" pid="8" name="MSIP_Label_88c63503-0fb3-4712-a32e-7ecb4b7d79e8_ContentBits">
    <vt:lpwstr>2</vt:lpwstr>
  </property>
  <property fmtid="{D5CDD505-2E9C-101B-9397-08002B2CF9AE}" pid="9" name="MSIP_Label_88c63503-0fb3-4712-a32e-7ecb4b7d79e8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Internal</vt:lpwstr>
  </property>
</Properties>
</file>