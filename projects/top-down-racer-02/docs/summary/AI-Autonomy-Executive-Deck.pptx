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top-down-racer-02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top-down-racer-02.vercel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76809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spc="400" kern="0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BEST-IN-CLASS SDLC.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BUILT BY AI. </a:t>
            </a:r>
            <a:pPr indent="0" marL="0">
              <a:buNone/>
            </a:pPr>
            <a:r>
              <a:rPr lang="en-US" sz="36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DIRECTED BY HUMANS.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37744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Top-Down Racer v02 — Evidence Package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283464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complete racing game + neural network AI opponent built through autonomous AI SDLC.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Specification, architecture, planning, code, testing, review, defect prevention, deployment.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 Briggsy  •  March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WAS BUILT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914400"/>
            <a:ext cx="196596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59436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Racing Game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9436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tracks, full sound, particles,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menus, HUD, pause, replays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60604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606040" y="914400"/>
            <a:ext cx="196596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274320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 AI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74320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Self-taught driving via RL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human training data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1965960" cy="5486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9204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Deployed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inference at 60fps,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fully static, zero server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03720" y="914400"/>
            <a:ext cx="1965960" cy="228600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903720" y="914400"/>
            <a:ext cx="1965960" cy="5486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0" y="1097280"/>
            <a:ext cx="1691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vs Human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040880" y="1554480"/>
            <a:ext cx="16916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Race against your own creation.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Head-to-head with grace period.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768096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2700">
            <a:solidFill>
              <a:srgbClr val="00D4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361188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LIVE  →  </a:t>
            </a:r>
            <a:pPr algn="ctr" indent="0" marL="0">
              <a:buNone/>
            </a:pPr>
            <a:r>
              <a:rPr lang="en-US" sz="12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never writes code. The human makes decisions.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CLAIM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731520"/>
            <a:ext cx="45720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400" dirty="0"/>
          </a:p>
        </p:txBody>
      </p:sp>
      <p:sp>
        <p:nvSpPr>
          <p:cNvPr id="4" name="Text 2"/>
          <p:cNvSpPr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hand-written game code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line authored by Claude Code under human architectural direction.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copilot. Not autocomplete. Autonomous development.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0" y="914400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0" y="960120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 of 6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315200" y="960120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Phases completed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0" y="1627632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0" y="1673352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189+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315200" y="1673352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commits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0" y="2340864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0" y="2386584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315200" y="2386584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tests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0" y="3054096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0" y="3099816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7315200" y="3099816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days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0" y="3767328"/>
            <a:ext cx="301752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0" y="3813048"/>
            <a:ext cx="1463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0" y="3813048"/>
            <a:ext cx="1280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NUMBERS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7432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41148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13K+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41148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Headless ticks/sec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1148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was 10,000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0896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24612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&lt; 3 min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24612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to competent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4612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 on Track 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0" y="9144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80760" y="10972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080760" y="17373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ONNX model size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08076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any browser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691640" y="27432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182880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Determinism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2880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runs × 10K ticks = identical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26280" y="2743200"/>
            <a:ext cx="2651760" cy="16459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663440" y="292608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 / 15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4663440" y="356616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Pre-execution catches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663440" y="38862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missed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RECEIPTS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 proving SDLC rigor across the full lifecycle. Not vibes — verification.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097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5" name="Shape 3"/>
          <p:cNvSpPr/>
          <p:nvPr/>
        </p:nvSpPr>
        <p:spPr>
          <a:xfrm>
            <a:off x="731520" y="10972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097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71600" y="1097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0" y="1097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project overview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31520" y="1554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" y="15544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1554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554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Evidence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389120" y="1554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boundary violations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2011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5" name="Shape 13"/>
          <p:cNvSpPr/>
          <p:nvPr/>
        </p:nvSpPr>
        <p:spPr>
          <a:xfrm>
            <a:off x="731520" y="20116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2011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371600" y="2011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Requirements Traceability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0" y="2011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 traced items, 100% coverage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31520" y="24688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Shape 18"/>
          <p:cNvSpPr/>
          <p:nvPr/>
        </p:nvSpPr>
        <p:spPr>
          <a:xfrm>
            <a:off x="731520" y="24688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24688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371600" y="24688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&amp; Defect Prevention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389120" y="24688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389 tests, 15/15 catches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" y="29260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5" name="Shape 23"/>
          <p:cNvSpPr/>
          <p:nvPr/>
        </p:nvSpPr>
        <p:spPr>
          <a:xfrm>
            <a:off x="731520" y="2926080"/>
            <a:ext cx="45720" cy="42062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29260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371600" y="29260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Quality Analysis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389120" y="29260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circular deps, strict TS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1520" y="33832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0" name="Shape 28"/>
          <p:cNvSpPr/>
          <p:nvPr/>
        </p:nvSpPr>
        <p:spPr>
          <a:xfrm>
            <a:off x="731520" y="3383280"/>
            <a:ext cx="45720" cy="42062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31" name="Text 29"/>
          <p:cNvSpPr/>
          <p:nvPr/>
        </p:nvSpPr>
        <p:spPr>
          <a:xfrm>
            <a:off x="914400" y="33832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371600" y="33832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Evidence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389120" y="33832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23.7 KB model, 0 tuning iterations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5" name="Shape 33"/>
          <p:cNvSpPr/>
          <p:nvPr/>
        </p:nvSpPr>
        <p:spPr>
          <a:xfrm>
            <a:off x="731520" y="3840480"/>
            <a:ext cx="45720" cy="420624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36" name="Text 34"/>
          <p:cNvSpPr/>
          <p:nvPr/>
        </p:nvSpPr>
        <p:spPr>
          <a:xfrm>
            <a:off x="914400" y="38404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1371600" y="38404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 &amp; Workflow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389120" y="38404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decisions, 11 learnings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31520" y="4297680"/>
            <a:ext cx="7680960" cy="420624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40" name="Shape 38"/>
          <p:cNvSpPr/>
          <p:nvPr/>
        </p:nvSpPr>
        <p:spPr>
          <a:xfrm>
            <a:off x="731520" y="4297680"/>
            <a:ext cx="45720" cy="420624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41" name="Text 39"/>
          <p:cNvSpPr/>
          <p:nvPr/>
        </p:nvSpPr>
        <p:spPr>
          <a:xfrm>
            <a:off x="914400" y="4297680"/>
            <a:ext cx="3657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78BF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1371600" y="4297680"/>
            <a:ext cx="2926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Metrics Dashboard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389120" y="4297680"/>
            <a:ext cx="38404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metrics visualized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claim backed by automated evidence, not assertions. Best-in-class SDLC demands best-in-class proof.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HELD CLEAN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858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Two-layer decoupled architecture verified across 189+ commits and 6 phases.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188720"/>
            <a:ext cx="347472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188720"/>
            <a:ext cx="3474720" cy="54864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3258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SIMULATION ENGINE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TypeScript logic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rendering imports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headless in Node.js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097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13K+ ticks/sec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97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physics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06240" y="2011680"/>
            <a:ext cx="1188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 reads state  →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03520" y="1188720"/>
            <a:ext cx="3383280" cy="256032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303520" y="1188720"/>
            <a:ext cx="3383280" cy="54864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0" y="132588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PIXIJS RENDERER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669280" y="173736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 layer only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0" y="208483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touches game logic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4323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WebGL 2D rendering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669280" y="277977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Read-only engine state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669280" y="31272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Browser-only component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Boundary violation caught by architecture-strategist agent before Phase 3.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review, not manual inspection.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AI TAUGHT ITSELF TO DRIVE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8229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731520" y="822960"/>
            <a:ext cx="54864" cy="594360"/>
          </a:xfrm>
          <a:prstGeom prst="rect">
            <a:avLst/>
          </a:prstGeom>
          <a:solidFill>
            <a:srgbClr val="FF4444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8229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steps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286000" y="8229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flailing. Drives into walls.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15087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31520" y="1508760"/>
            <a:ext cx="54864" cy="59436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5087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30K steps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286000" y="15087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Discovers forward motion. Stays on road sometimes.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1945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731520" y="2194560"/>
            <a:ext cx="54864" cy="59436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1945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60K steps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286000" y="21945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laps. Learns braking points.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880360"/>
            <a:ext cx="5029200" cy="59436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2880360"/>
            <a:ext cx="54864" cy="59436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2880360"/>
            <a:ext cx="1188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2M steps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86000" y="2880360"/>
            <a:ext cx="329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Rips the hardest track. Zero wall contact.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43600" y="82296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8229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6858000" y="82296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Tuning iterations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0" y="137160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3" name="Text 21"/>
          <p:cNvSpPr/>
          <p:nvPr/>
        </p:nvSpPr>
        <p:spPr>
          <a:xfrm>
            <a:off x="6035040" y="1371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FF88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858000" y="137160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 contacts at convergence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43600" y="192024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6" name="Text 24"/>
          <p:cNvSpPr/>
          <p:nvPr/>
        </p:nvSpPr>
        <p:spPr>
          <a:xfrm>
            <a:off x="6035040" y="192024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0.994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858000" y="192024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Explained variance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943600" y="246888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9" name="Text 27"/>
          <p:cNvSpPr/>
          <p:nvPr/>
        </p:nvSpPr>
        <p:spPr>
          <a:xfrm>
            <a:off x="6035040" y="24688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14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858000" y="246888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Observation dimensions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3017520"/>
            <a:ext cx="274320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2" name="Text 30"/>
          <p:cNvSpPr/>
          <p:nvPr/>
        </p:nvSpPr>
        <p:spPr>
          <a:xfrm>
            <a:off x="6035040" y="30175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858000" y="3017520"/>
            <a:ext cx="1737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 outputs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BEST-IN-CLASS SDLC. RUN BY AI.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36576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36576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SPECIFY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92024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4884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148840" y="914400"/>
            <a:ext cx="1554480" cy="45720"/>
          </a:xfrm>
          <a:prstGeom prst="rect">
            <a:avLst/>
          </a:prstGeom>
          <a:solidFill>
            <a:srgbClr val="00FF88"/>
          </a:solidFill>
          <a:ln/>
        </p:spPr>
      </p:sp>
      <p:sp>
        <p:nvSpPr>
          <p:cNvPr id="9" name="Text 7"/>
          <p:cNvSpPr/>
          <p:nvPr/>
        </p:nvSpPr>
        <p:spPr>
          <a:xfrm>
            <a:off x="214884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FF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PLAN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70332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93192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931920" y="914400"/>
            <a:ext cx="1554480" cy="45720"/>
          </a:xfrm>
          <a:prstGeom prst="rect">
            <a:avLst/>
          </a:prstGeom>
          <a:solidFill>
            <a:srgbClr val="FFB800"/>
          </a:solidFill>
          <a:ln/>
        </p:spPr>
      </p:sp>
      <p:sp>
        <p:nvSpPr>
          <p:cNvPr id="13" name="Text 11"/>
          <p:cNvSpPr/>
          <p:nvPr/>
        </p:nvSpPr>
        <p:spPr>
          <a:xfrm>
            <a:off x="393192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DEEPEN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48640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71500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715000" y="914400"/>
            <a:ext cx="155448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17" name="Text 15"/>
          <p:cNvSpPr/>
          <p:nvPr/>
        </p:nvSpPr>
        <p:spPr>
          <a:xfrm>
            <a:off x="571500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EXECUTE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914400"/>
            <a:ext cx="228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899AA"/>
                </a:solidFill>
              </a:rPr>
              <a:t>→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0" y="914400"/>
            <a:ext cx="1554480" cy="64008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98080" y="914400"/>
            <a:ext cx="1554480" cy="45720"/>
          </a:xfrm>
          <a:prstGeom prst="rect">
            <a:avLst/>
          </a:prstGeom>
          <a:solidFill>
            <a:srgbClr val="00D4F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0" y="96012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VERIFY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31520" y="182880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3" name="Text 21"/>
          <p:cNvSpPr/>
          <p:nvPr/>
        </p:nvSpPr>
        <p:spPr>
          <a:xfrm>
            <a:off x="914400" y="18288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Specify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182880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War-game every decision. Document before building.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31520" y="233172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6" name="Text 24"/>
          <p:cNvSpPr/>
          <p:nvPr/>
        </p:nvSpPr>
        <p:spPr>
          <a:xfrm>
            <a:off x="914400" y="233172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2286000" y="233172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into atomic tasks. 50% context window max.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31520" y="283464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9" name="Text 27"/>
          <p:cNvSpPr/>
          <p:nvPr/>
        </p:nvSpPr>
        <p:spPr>
          <a:xfrm>
            <a:off x="914400" y="283464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2286000" y="283464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10-12 research agents review before execution.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731520" y="333756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2" name="Text 30"/>
          <p:cNvSpPr/>
          <p:nvPr/>
        </p:nvSpPr>
        <p:spPr>
          <a:xfrm>
            <a:off x="914400" y="33375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2286000" y="3337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subagents per task. Clean 200K context.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731520" y="3840480"/>
            <a:ext cx="7680960" cy="45720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35" name="Text 33"/>
          <p:cNvSpPr/>
          <p:nvPr/>
        </p:nvSpPr>
        <p:spPr>
          <a:xfrm>
            <a:off x="914400" y="384048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2286000" y="384048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Goal-backward testing. Architecture review.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45262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rot eliminated. Task 189 runs at the same quality as Task 1.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" y="48463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just autonomous development. Best-in-class SDLC — with the evidence to prove it.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SHIFT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731520" y="914400"/>
            <a:ext cx="7680960" cy="502920"/>
          </a:xfrm>
          <a:prstGeom prst="rect">
            <a:avLst/>
          </a:prstGeom>
          <a:solidFill>
            <a:srgbClr val="1A223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9144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74320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(yesterday)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0" y="9144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AUTONOMY (now)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146304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146304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codes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74320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writes code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669280" y="146304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builds the entire system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201168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01168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role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Suggests completions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669280" y="20116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development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56032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5603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metaphor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274320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fills in blanks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0" y="256032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agents prevent rot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31520" y="310896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driver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274320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Depends on the coder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0" y="3108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Enforced by process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31520" y="3657600"/>
            <a:ext cx="7680960" cy="502920"/>
          </a:xfrm>
          <a:prstGeom prst="rect">
            <a:avLst/>
          </a:prstGeom>
          <a:solidFill>
            <a:srgbClr val="141929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65760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Degrades over time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669280" y="3657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task gets clean context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31520" y="44805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Assistance scales linearly. Autonomy scales exponentially.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THIS ISN'T JUST AUTONOMOUS.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IT'S BEST-IN-CLASS.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389+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709928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709928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189+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09928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45536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145536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15/15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145536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defect catches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81144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581144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23.7 KB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81144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16752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016752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10,497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016752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lines of code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7452360" y="2286000"/>
            <a:ext cx="1371600" cy="1005840"/>
          </a:xfrm>
          <a:prstGeom prst="rect">
            <a:avLst/>
          </a:prstGeom>
          <a:solidFill>
            <a:srgbClr val="141929"/>
          </a:solidFill>
          <a:ln/>
          <a:effectLst>
            <a:outerShdw sx="100000" sy="100000" kx="0" ky="0" algn="bl" rotWithShape="0" blurRad="101600" dist="38100" dir="8100000">
              <a:srgbClr val="000000">
                <a:alpha val="4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452360" y="2331720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D4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745236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hand-written lines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371600" y="3566160"/>
            <a:ext cx="6400800" cy="502920"/>
          </a:xfrm>
          <a:prstGeom prst="roundRect">
            <a:avLst>
              <a:gd name="adj" fmla="val 14545"/>
            </a:avLst>
          </a:prstGeom>
          <a:solidFill>
            <a:srgbClr val="0D1B2A"/>
          </a:solidFill>
          <a:ln w="19050">
            <a:solidFill>
              <a:srgbClr val="00D4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3611880"/>
            <a:ext cx="6035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4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  →  </a:t>
            </a:r>
            <a:pPr algn="ctr" indent="0" marL="0">
              <a:buNone/>
            </a:pPr>
            <a:r>
              <a:rPr lang="en-US" sz="1300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https://top-down-racer-02.vercel.app/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31520" y="42976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899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7-document evidence package. Every claim verified. The SDLC is the product.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Best-in-Class AI SDLC — Top-Down Racer v02 Evidence Package</dc:title>
  <dc:subject>PptxGenJS Presentation</dc:subject>
  <dc:creator>Briggsy</dc:creator>
  <cp:lastModifiedBy>Briggsy</cp:lastModifiedBy>
  <cp:revision>1</cp:revision>
  <dcterms:created xsi:type="dcterms:W3CDTF">2026-03-04T14:04:54Z</dcterms:created>
  <dcterms:modified xsi:type="dcterms:W3CDTF">2026-03-04T14:04:54Z</dcterms:modified>
</cp:coreProperties>
</file>