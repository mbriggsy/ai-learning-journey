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top-down-racer-02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top-down-racer-02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top-down-racer-02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SDLC AUTONOMY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ISN'T THE FUTURE. </a:t>
            </a:r>
            <a:pPr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NOW.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Top-Down Racer v02 — Evidence Package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racing game + neural network AI opponent built by autonomous AI development.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hand-written game code.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703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  </a:t>
            </a:r>
            <a:pPr indent="0" marL="0">
              <a:buNone/>
            </a:pPr>
            <a:r>
              <a:rPr lang="en-US" sz="13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Briggsy  •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hand-written game code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line authored by Claude Code under human architectural direction.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copilot. Not autocomplete. Autonomous development.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0" y="914400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0" y="9601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of 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949440" y="960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627632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167335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949440" y="16733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0" y="2340864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238658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49440" y="2386584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3054096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0" y="3099816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49440" y="3099816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days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767328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0" y="3813048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49440" y="3813048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cost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196596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Racing Game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tracks, full sound, particles,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menus, HUD, pause, replays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06040" y="914400"/>
            <a:ext cx="196596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driving via RL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human training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1965960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Deployed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inference at 60fps,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static, zero server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03720" y="914400"/>
            <a:ext cx="19659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vs Human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against your own creation.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 with grace period.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768096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611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LIVE  →  </a:t>
            </a:r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never writes code. The human makes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13K+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ticks/sec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was 10,000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0896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3 min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to competent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 on Track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8076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8076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model size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8076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any browser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1148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runs × 10K ticks = identical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08960" y="27432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24612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 / 15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324612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Pre-execution catches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4612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27432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8076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08076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cost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08076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static deployment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PREVENTION: 15 FOR 15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pre-execution review caught real bugs. Not theoretical risks — concrete defects.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Caught Before Execution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Have Shipped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17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reward (not dense)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1417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completely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92024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920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bonus 37× too high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1920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spins in circles, never races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42316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423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VecNorm case mismatch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0" y="2423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2423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inference returns NaN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heading 90° wrong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0" y="29260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car drives sideways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42900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ticks during pause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0" y="34290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429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 window consumed while paused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931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tensors not disposed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9319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KB/min memory leak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10–12 specialized research agents review every plan before a single line of code is written.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HELD CLEAN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Two-layer decoupled architecture verified across 80+ commits and 6 phases.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TypeScript logic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rendering imports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headless in Node.js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13K+ ticks/sec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physics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2011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reads state  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1188720"/>
            <a:ext cx="338328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03520" y="1188720"/>
            <a:ext cx="338328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0" y="1325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PIXIJS RENDERER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layer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touches game logic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2D rendering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engine state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Browser-only component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violation caught by architecture-strategist agent before Phase 3.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review, not manual inspection.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TAUGHT ITSELF TO DRIVE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822960"/>
            <a:ext cx="54864" cy="59436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822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steps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822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flailing. Drives into walls.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5087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 steps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5087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forward motion. Stays on road sometimes.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1945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1945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laps. Learns braking points.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2880360"/>
            <a:ext cx="54864" cy="5943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803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 steps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8803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Rips the hardest track. Zero wall contact.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0" y="82296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822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8229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iterations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1371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contacts at convergence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92024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0" y="192024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1920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Explained variance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0" y="246888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9" name="Text 27"/>
          <p:cNvSpPr/>
          <p:nvPr/>
        </p:nvSpPr>
        <p:spPr>
          <a:xfrm>
            <a:off x="6035040" y="2468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4688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dimensions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301752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30175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0" y="3017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outputs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VIBES. ENGINEERING.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SPECIFY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4884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148840" y="914400"/>
            <a:ext cx="1554480" cy="4572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PLAN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93192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931920" y="914400"/>
            <a:ext cx="155448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393192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DEEPEN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1500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15000" y="914400"/>
            <a:ext cx="155448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571500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EXECUTE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VERIFY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1828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1828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War-game every decision. Document before building.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23317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2331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into atomic tasks. 50% context window max.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10-12 research agents review before execution.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37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337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subagents per task. Clean 200K context.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8600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Goal-backward testing. Architecture review.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rot eliminated. Task 50 runs at the same quality as Task 1.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48463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never writes code. The human makes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7680960" cy="502920"/>
          </a:xfrm>
          <a:prstGeom prst="rect">
            <a:avLst/>
          </a:prstGeom>
          <a:solidFill>
            <a:srgbClr val="1A223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(yesterday)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(now)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codes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writes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builds the entire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11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completions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560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metaphor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fills in blanks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agents prevent rot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driver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coder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by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Degrades over time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task gets clean context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scales linearly. Autonomy scales exponentially.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ISN'T A PROOF OF CONCEPT.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A PROOF OF PRODUCTION.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09928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709928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09928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45536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45536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15/15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45536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catches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81144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81144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16752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16752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16752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5236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5236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5236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 lines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371600" y="35661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36118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  →  </a:t>
            </a:r>
            <a:pPr algn="ctr" indent="0" marL="0">
              <a:buNone/>
            </a:pPr>
            <a:r>
              <a:rPr lang="en-US" sz="13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evidence package available.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SDLC Autonomy — Top-Down Racer v02 Evidence Package</dc:title>
  <dc:subject>PptxGenJS Presentation</dc:subject>
  <dc:creator>Briggsy</dc:creator>
  <cp:lastModifiedBy>Briggsy</cp:lastModifiedBy>
  <cp:revision>1</cp:revision>
  <dcterms:created xsi:type="dcterms:W3CDTF">2026-03-03T19:27:00Z</dcterms:created>
  <dcterms:modified xsi:type="dcterms:W3CDTF">2026-03-03T19:27:00Z</dcterms:modified>
</cp:coreProperties>
</file>