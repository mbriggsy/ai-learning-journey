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9144000" cy="182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4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UNDERCOVER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spc="4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 BOSS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09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Digital Social Deduction Game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18288"/>
          </a:xfrm>
          <a:prstGeom prst="rect">
            <a:avLst/>
          </a:prstGeom>
          <a:solidFill>
            <a:srgbClr val="8B73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to Production in 8 Nights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Spec-Driven Development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828800" cy="182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production-quality multiplayer party game for 5–10 players.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room. Phones as private devices. Shared screen as the game board. 1940s noir theme with AI-generated art and full narrator voiceover. Browser-based PWA — no app install, join via QR code.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0" y="1097280"/>
            <a:ext cx="2926080" cy="73152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0" y="1143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85216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965960"/>
            <a:ext cx="2926080" cy="73152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1,260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216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2834640"/>
            <a:ext cx="2926080" cy="73152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209 / 209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85216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Verified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3703320"/>
            <a:ext cx="2926080" cy="73152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52160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Engines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85216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828800" cy="182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Spec-Driven Development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spec locked before a single line of code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sequential phase plans with clear scope and acceptance criteria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227-rule checklist extracted from source material before implementation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architectural decision traced back to the spec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SDLC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029200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human director, one AI engineer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coding — AI wrote every line, every test, every asset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set direction, reviewed output, made judgment calls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executed: planning, code, assets, tests, QA, docs,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PLANNING INVESTMENT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2286000" cy="182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1097280"/>
            <a:ext cx="27432" cy="3566160"/>
          </a:xfrm>
          <a:prstGeom prst="rect">
            <a:avLst/>
          </a:prstGeom>
          <a:solidFill>
            <a:srgbClr val="8B7340"/>
          </a:solidFill>
          <a:ln/>
        </p:spPr>
      </p:sp>
      <p:sp>
        <p:nvSpPr>
          <p:cNvPr id="5" name="Shape 3"/>
          <p:cNvSpPr/>
          <p:nvPr/>
        </p:nvSpPr>
        <p:spPr>
          <a:xfrm>
            <a:off x="1993392" y="1188720"/>
            <a:ext cx="246888" cy="24688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0972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+ Brainstorm + Full Spec Locked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93392" y="1783080"/>
            <a:ext cx="246888" cy="24688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16916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Phase Plans Written → Coding Begins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93392" y="2377440"/>
            <a:ext cx="246888" cy="24688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86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 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2860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+ Multiplayer + Player + Host Views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993392" y="2971800"/>
            <a:ext cx="246888" cy="24688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80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Nights 4–5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8803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Integration + Narrator + Visual Polish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993392" y="3566160"/>
            <a:ext cx="246888" cy="24688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 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474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3-Round QA Audit (29 Agents, 46 Issues Found)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993392" y="4160520"/>
            <a:ext cx="246888" cy="24688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69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Nights 7–8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60320" y="4069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+ Security + E2E Across 4 Browsers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962615" cy="2011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Shape 22"/>
          <p:cNvSpPr/>
          <p:nvPr/>
        </p:nvSpPr>
        <p:spPr>
          <a:xfrm>
            <a:off x="2511255" y="4572000"/>
            <a:ext cx="2747660" cy="201168"/>
          </a:xfrm>
          <a:prstGeom prst="rect">
            <a:avLst/>
          </a:prstGeom>
          <a:solidFill>
            <a:srgbClr val="8B7340"/>
          </a:solidFill>
          <a:ln/>
        </p:spPr>
      </p:sp>
      <p:sp>
        <p:nvSpPr>
          <p:cNvPr id="25" name="Shape 23"/>
          <p:cNvSpPr/>
          <p:nvPr/>
        </p:nvSpPr>
        <p:spPr>
          <a:xfrm>
            <a:off x="5258915" y="4572000"/>
            <a:ext cx="3336445" cy="20116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800600"/>
            <a:ext cx="1962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~10k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11255" y="4800600"/>
            <a:ext cx="2747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~14k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58915" y="4800600"/>
            <a:ext cx="33364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~17k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645920" cy="182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5544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1,260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 Passing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760 unit + 500 cross-browser E2E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5544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34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209/209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Verified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from source material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26080"/>
            <a:ext cx="54864" cy="15544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63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3152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Defects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correct from day 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54864" cy="15544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063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~10,000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502920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Planning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as much planning as code (~14k)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 DEFECT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2011680" cy="182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3-round automated QA audit. 29 agents. 46 issues found.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46634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9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33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Cosmetic /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19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98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 sizes, CSS clipping, alignment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 Polish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13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98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Toasts, banners, kick flows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Hardening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98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gates, data stripping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Wiring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98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Narrator cue timing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98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Unused exports, stale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7C5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98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7C5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098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4206240"/>
            <a:ext cx="54864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architectural defects. Zero game logic defects. The spec was right — so the code was right.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9144000" cy="182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TAKEAWAY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Rigorous upfront planning meant the build phase was execution, not discovery.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560320" cy="164592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It Right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spec, 7 phase plans,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227-rule checklist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743200"/>
            <a:ext cx="2560320" cy="164592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It Once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execution,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rework on fundamentals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743200"/>
            <a:ext cx="2560320" cy="1645920"/>
          </a:xfrm>
          <a:prstGeom prst="rect">
            <a:avLst/>
          </a:prstGeom>
          <a:solidFill>
            <a:srgbClr val="1A192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It Works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1,260 tests, 4 browsers,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209/209 rules verified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A9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Undercover Mob Boss — Executive Summary</dc:title>
  <dc:subject>PptxGenJS Presentation</dc:subject>
  <dc:creator>Briggsy</dc:creator>
  <cp:lastModifiedBy>Briggsy</cp:lastModifiedBy>
  <cp:revision>1</cp:revision>
  <dcterms:created xsi:type="dcterms:W3CDTF">2026-03-23T17:03:01Z</dcterms:created>
  <dcterms:modified xsi:type="dcterms:W3CDTF">2026-03-23T17:03:01Z</dcterms:modified>
</cp:coreProperties>
</file>