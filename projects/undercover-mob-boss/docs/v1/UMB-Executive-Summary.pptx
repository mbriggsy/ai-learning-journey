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UNDERCOVER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 BOSS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9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Social Deduction Game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to Production in 8 Nights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Spec-Driven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production-quality multiplayer party game for 5–10 players.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room. Phones as private devices. Shared screen as the game board. 1940s noir theme with AI-generated art and full narrator voiceover. Browser-based PWA — no app install, join via QR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09728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521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96596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83464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209 / 209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Verified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70332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Engines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spec locked before a single line of code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sequential phase plans with clear scope and acceptance criteria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227-rule checklist extracted from source material before implementation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traced back to the spec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SDLC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director, one AI engineer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coding — AI wrote every line, every test, every asset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 direction, reviewed output, made judgment calls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executed: planning, code, assets, tests, QA, docs,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PLANNING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286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097280"/>
            <a:ext cx="27432" cy="3566160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5" name="Shape 3"/>
          <p:cNvSpPr/>
          <p:nvPr/>
        </p:nvSpPr>
        <p:spPr>
          <a:xfrm>
            <a:off x="1993392" y="1188720"/>
            <a:ext cx="246888" cy="24688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Brainstorm + Full Spec Locked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93392" y="178308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 Plans Written → Coding Begins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93392" y="237744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Multiplayer + Player + Host Views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93392" y="297180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 4–5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Integration + Narrator + Visual Polish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93392" y="356616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QA Audit (29 Agents, 46 Issues Found)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93392" y="416052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 7–8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Security + E2E Across 4 Browsers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962615" cy="2011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1255" y="4572000"/>
            <a:ext cx="2747660" cy="201168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8915" y="4572000"/>
            <a:ext cx="3336445" cy="20116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00600"/>
            <a:ext cx="1962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~10k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1255" y="4800600"/>
            <a:ext cx="2747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~14k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8915" y="4800600"/>
            <a:ext cx="3336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~17k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4592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unit + 500 cross-browser E2E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209/209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Verified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from source material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correct from night 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~10,000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as much planning as code (~14k)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DEFECT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01168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automated QA audit. 29 agents. 46 issues found.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663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 /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sizes, CSS clipping,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Polish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Toasts, banners, kick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Hardening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gates, data stripping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Wiring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Narrator cue timing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exports, stale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5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5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functional defects. The spec was right — so the code was right.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 upfront planning meant the build phase was execution, not discovery.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It Right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spec, 7 phase plans,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227-rule checklist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Once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rework on fundamentals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tests, 4 browsers,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209/209 rules verified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Undercover Mob Boss — Executive Summary</dc:title>
  <dc:subject>PptxGenJS Presentation</dc:subject>
  <dc:creator>Briggsy</dc:creator>
  <cp:lastModifiedBy>Briggsy</cp:lastModifiedBy>
  <cp:revision>1</cp:revision>
  <dcterms:created xsi:type="dcterms:W3CDTF">2026-03-23T17:39:19Z</dcterms:created>
  <dcterms:modified xsi:type="dcterms:W3CDTF">2026-03-23T17:39:19Z</dcterms:modified>
</cp:coreProperties>
</file>