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2D141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54864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GSD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Shit Done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Context Engineering Layer That Makes Claude Code Reliable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TÂCHES  •  MIT License  •  20.6K ⭐ on GitHub  •  Multi-Runtime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Context Rot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777240"/>
          </a:xfrm>
          <a:prstGeom prst="rect">
            <a:avLst/>
          </a:prstGeom>
          <a:solidFill>
            <a:srgbClr val="2D1414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2286000" cy="10972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0-30%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54480" y="1234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Quality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74720" y="12344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Thorough, comprehensive, remembers everything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8229600" cy="777240"/>
          </a:xfrm>
          <a:prstGeom prst="rect">
            <a:avLst/>
          </a:prstGeom>
          <a:solidFill>
            <a:srgbClr val="2D1414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103120"/>
            <a:ext cx="5029200" cy="109728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2402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50%+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2240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22402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rushing, cuts corners, "I'll be more concise"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8229600" cy="777240"/>
          </a:xfrm>
          <a:prstGeom prst="rect">
            <a:avLst/>
          </a:prstGeom>
          <a:solidFill>
            <a:srgbClr val="2D1414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108960"/>
            <a:ext cx="7315200" cy="10972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461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70%+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54480" y="3246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74720" y="32461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Hallucinations, forgotten requirements, inconsistency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206240"/>
            <a:ext cx="8229600" cy="685800"/>
          </a:xfrm>
          <a:prstGeom prst="rect">
            <a:avLst/>
          </a:prstGeom>
          <a:solidFill>
            <a:srgbClr val="0A1A0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22452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GSD's fix: spawn fresh Claude instances per task. Each gets a clean 200K context.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50 runs just as sharp as Task 1. No degradation.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GSD Lifecycle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621792"/>
          </a:xfrm>
          <a:prstGeom prst="rect">
            <a:avLst/>
          </a:prstGeom>
          <a:solidFill>
            <a:srgbClr val="2D1414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73152" cy="621792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33856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005840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2743200" y="1005840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GSD interviews you — extracts requirements, surfaces edge cases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389120" y="15361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2626"/>
                </a:solidFill>
              </a:rPr>
              <a:t>↓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1755648"/>
            <a:ext cx="8229600" cy="621792"/>
          </a:xfrm>
          <a:prstGeom prst="rect">
            <a:avLst/>
          </a:prstGeom>
          <a:solidFill>
            <a:srgbClr val="2D1414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1755648"/>
            <a:ext cx="73152" cy="621792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83664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8720" y="1755648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2743200" y="1755648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agents investigate approaches. Your context stays clean.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389120" y="22860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2626"/>
                </a:solidFill>
              </a:rPr>
              <a:t>↓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57200" y="2505456"/>
            <a:ext cx="8229600" cy="621792"/>
          </a:xfrm>
          <a:prstGeom prst="rect">
            <a:avLst/>
          </a:prstGeom>
          <a:solidFill>
            <a:srgbClr val="2D1414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7200" y="2505456"/>
            <a:ext cx="73152" cy="621792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633472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88720" y="2505456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2743200" y="2505456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Specs, roadmaps, atomic plans. PLAN.md IS the executable prompt.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389120" y="30358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2626"/>
                </a:solidFill>
              </a:rPr>
              <a:t>↓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457200" y="3255264"/>
            <a:ext cx="8229600" cy="621792"/>
          </a:xfrm>
          <a:prstGeom prst="rect">
            <a:avLst/>
          </a:prstGeom>
          <a:solidFill>
            <a:srgbClr val="2D1414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57200" y="3255264"/>
            <a:ext cx="73152" cy="621792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38328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88720" y="3255264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2743200" y="3255264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subagents per task. Waves parallelize. Atomic commits.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389120" y="37856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2626"/>
                </a:solidFill>
              </a:rPr>
              <a:t>↓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457200" y="4005072"/>
            <a:ext cx="8229600" cy="621792"/>
          </a:xfrm>
          <a:prstGeom prst="rect">
            <a:avLst/>
          </a:prstGeom>
          <a:solidFill>
            <a:srgbClr val="2D1414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57200" y="4005072"/>
            <a:ext cx="73152" cy="621792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133088"/>
            <a:ext cx="365760" cy="36576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188720" y="4005072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500" dirty="0"/>
          </a:p>
        </p:txBody>
      </p:sp>
      <p:sp>
        <p:nvSpPr>
          <p:cNvPr id="31" name="Text 24"/>
          <p:cNvSpPr/>
          <p:nvPr/>
        </p:nvSpPr>
        <p:spPr>
          <a:xfrm>
            <a:off x="2743200" y="4005072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Goal-backward: "What must be TRUE?" not "What did we do?"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Makes GSD Different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06040" cy="1600200"/>
          </a:xfrm>
          <a:prstGeom prst="rect">
            <a:avLst/>
          </a:prstGeom>
          <a:solidFill>
            <a:srgbClr val="2D1414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260604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188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 Atomicity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6002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plan is 2-3 tasks, sized to fit in ~50% of a fresh context window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005840"/>
            <a:ext cx="2606040" cy="1600200"/>
          </a:xfrm>
          <a:prstGeom prst="rect">
            <a:avLst/>
          </a:prstGeom>
          <a:solidFill>
            <a:srgbClr val="2D1414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91840" y="1005840"/>
            <a:ext cx="260604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1188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Are Prompts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29000" y="16002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PLAN.md IS the executable instruction subagents read directly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005840"/>
            <a:ext cx="2606040" cy="1600200"/>
          </a:xfrm>
          <a:prstGeom prst="rect">
            <a:avLst/>
          </a:prstGeom>
          <a:solidFill>
            <a:srgbClr val="2D1414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1005840"/>
            <a:ext cx="260604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1188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63640" y="16002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tasks run in parallel; dependent tasks wait for completion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2606040" cy="1600200"/>
          </a:xfrm>
          <a:prstGeom prst="rect">
            <a:avLst/>
          </a:prstGeom>
          <a:solidFill>
            <a:srgbClr val="2D1414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834640"/>
            <a:ext cx="260604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017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Commits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" y="34290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task gets its own commit — git bisect, rollback, full traceability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91840" y="2834640"/>
            <a:ext cx="2606040" cy="1600200"/>
          </a:xfrm>
          <a:prstGeom prst="rect">
            <a:avLst/>
          </a:prstGeom>
          <a:solidFill>
            <a:srgbClr val="2D1414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91840" y="2834640"/>
            <a:ext cx="260604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3429000" y="3017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Contexts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429000" y="34290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gets a full 200K window. No degradation first to last.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26480" y="2834640"/>
            <a:ext cx="2606040" cy="1600200"/>
          </a:xfrm>
          <a:prstGeom prst="rect">
            <a:avLst/>
          </a:prstGeom>
          <a:solidFill>
            <a:srgbClr val="2D1414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2834640"/>
            <a:ext cx="260604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3017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Mode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63640" y="34290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/gsd:quick "Add dark mode" — fresh agents, skip heavy planning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Commands &amp; Model Profiles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754880" cy="384048"/>
          </a:xfrm>
          <a:prstGeom prst="rect">
            <a:avLst/>
          </a:prstGeom>
          <a:solidFill>
            <a:srgbClr val="2D141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ECA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/gsd:new-project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926080" y="9601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with discuss phase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435608"/>
            <a:ext cx="4754880" cy="384048"/>
          </a:xfrm>
          <a:prstGeom prst="rect">
            <a:avLst/>
          </a:prstGeom>
          <a:solidFill>
            <a:srgbClr val="2D141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3560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ECA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/gsd:quick "task"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26080" y="143560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mode, skips planning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11096"/>
            <a:ext cx="4754880" cy="384048"/>
          </a:xfrm>
          <a:prstGeom prst="rect">
            <a:avLst/>
          </a:prstGeom>
          <a:solidFill>
            <a:srgbClr val="2D1414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91109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ECA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/gsd:execute-phase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26080" y="191109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current phase plan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386584"/>
            <a:ext cx="4754880" cy="384048"/>
          </a:xfrm>
          <a:prstGeom prst="rect">
            <a:avLst/>
          </a:prstGeom>
          <a:solidFill>
            <a:srgbClr val="2D1414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38658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ECA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/gsd:verify-work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26080" y="238658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goal-backward verification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862072"/>
            <a:ext cx="4754880" cy="384048"/>
          </a:xfrm>
          <a:prstGeom prst="rect">
            <a:avLst/>
          </a:prstGeom>
          <a:solidFill>
            <a:srgbClr val="2D1414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6207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ECA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/gsd:settings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26080" y="286207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Models, toggles, git config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0" y="960120"/>
            <a:ext cx="3200400" cy="2286000"/>
          </a:xfrm>
          <a:prstGeom prst="rect">
            <a:avLst/>
          </a:prstGeom>
          <a:solidFill>
            <a:srgbClr val="2D1414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0" y="960120"/>
            <a:ext cx="320040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0" name="Text 18"/>
          <p:cNvSpPr/>
          <p:nvPr/>
        </p:nvSpPr>
        <p:spPr>
          <a:xfrm>
            <a:off x="5623560" y="1051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Profiles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23560" y="1417320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55080" y="1417320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86600" y="1417320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818120" y="1417320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23560" y="1801368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55080" y="1801368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086600" y="1801368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818120" y="1801368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623560" y="2185416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55080" y="2185416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086600" y="2185416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818120" y="2185416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623560" y="2569464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55080" y="2569464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086600" y="2569464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818120" y="2569464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623560" y="28803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via /gsd:settings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.planning/config.json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solidFill>
            <a:srgbClr val="1A0F0A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40080" y="3520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40080" y="38862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EE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~/.claude/commands/gsd/ — 35+ slash commands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EE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~/.claude/agents/ — Specialized subagents (executor, planner, verifier, researcher, 7+ more)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EE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~/.claude/get-shit-done/ — 30+ workflows, methodology references, CLI tools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EE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.planning/ — Per-project state (config, specs, roadmaps, plans, checkpoints)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Getting Started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188720" y="1005840"/>
            <a:ext cx="7498080" cy="594360"/>
          </a:xfrm>
          <a:prstGeom prst="rect">
            <a:avLst/>
          </a:prstGeom>
          <a:solidFill>
            <a:srgbClr val="2D1414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10058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ECA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get-shit-done-cc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88720" y="1755648"/>
            <a:ext cx="7498080" cy="594360"/>
          </a:xfrm>
          <a:prstGeom prst="rect">
            <a:avLst/>
          </a:prstGeom>
          <a:solidFill>
            <a:srgbClr val="2D1414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71600" y="1755648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ECA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Verify: /gsd:help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578608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188720" y="2505456"/>
            <a:ext cx="7498080" cy="594360"/>
          </a:xfrm>
          <a:prstGeom prst="rect">
            <a:avLst/>
          </a:prstGeom>
          <a:solidFill>
            <a:srgbClr val="2D1414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371600" y="2505456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ECA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/gsd:new-project   →  begin the discuss phase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328416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188720" y="3255264"/>
            <a:ext cx="7498080" cy="594360"/>
          </a:xfrm>
          <a:prstGeom prst="rect">
            <a:avLst/>
          </a:prstGeom>
          <a:solidFill>
            <a:srgbClr val="2D1414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371600" y="3255264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GSD's questions. Specs written to .planning/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078224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078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188720" y="4005072"/>
            <a:ext cx="7498080" cy="594360"/>
          </a:xfrm>
          <a:prstGeom prst="rect">
            <a:avLst/>
          </a:prstGeom>
          <a:solidFill>
            <a:srgbClr val="2D1414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371600" y="4005072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→ Plan → Execute → Verify — GSD drives the whole thing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solidFill>
            <a:srgbClr val="2D1414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617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supports: OpenCode (npx gsd-opencode)  •  Gemini CLI  •  Codex (via skills)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to Use It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840480" cy="2560320"/>
          </a:xfrm>
          <a:prstGeom prst="rect">
            <a:avLst/>
          </a:prstGeom>
          <a:solidFill>
            <a:srgbClr val="0A1C0A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14400"/>
            <a:ext cx="3840480" cy="41148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3268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EE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 projects from scratch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EE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multi-file features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EE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devs wanting structured output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EE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Claude keeps "forgetting" mid-session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EE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needing persistent spec trail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914400"/>
            <a:ext cx="3840480" cy="2560320"/>
          </a:xfrm>
          <a:prstGeom prst="rect">
            <a:avLst/>
          </a:prstGeom>
          <a:solidFill>
            <a:srgbClr val="2A1B0F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0" y="914400"/>
            <a:ext cx="3840480" cy="411480"/>
          </a:xfrm>
          <a:prstGeom prst="rect">
            <a:avLst/>
          </a:prstGeom>
          <a:solidFill>
            <a:srgbClr val="92400E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93268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141732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EE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consumption is aggressive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EE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users blew through Pro limits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EE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GSD evolves fast — update often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EE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risk with external sources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EE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/gsd:quick for small tasks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8229600" cy="1097280"/>
          </a:xfrm>
          <a:prstGeom prst="rect">
            <a:avLst/>
          </a:prstGeom>
          <a:solidFill>
            <a:srgbClr val="2D1414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7947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Philosophy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411480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enterprise roleplay bullshit. Just an incredibly effective system for building cool stuff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consistently using Claude Code. I'm not a 50-person software company.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don't want to play enterprise theater. I'm just a creative person trying to build great things."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Pairs Well With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777240"/>
          </a:xfrm>
          <a:prstGeom prst="rect">
            <a:avLst/>
          </a:prstGeom>
          <a:solidFill>
            <a:srgbClr val="2D1414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73152" cy="7772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058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Teams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834640" y="100584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GSD for discuss/research/planning → hand execution plan to Agent Teams for parallel implementation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8229600" cy="777240"/>
          </a:xfrm>
          <a:prstGeom prst="rect">
            <a:avLst/>
          </a:prstGeom>
          <a:solidFill>
            <a:srgbClr val="2D1414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920240"/>
            <a:ext cx="73152" cy="7772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9202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Claude-Mem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834640" y="192024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GSD captures specs in files; Claude-Mem captures session context in memory. Complementary persistence.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8229600" cy="777240"/>
          </a:xfrm>
          <a:prstGeom prst="rect">
            <a:avLst/>
          </a:prstGeom>
          <a:solidFill>
            <a:srgbClr val="2D1414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834640"/>
            <a:ext cx="73152" cy="7772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8346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Serena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834640" y="283464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GSD plans what to build; Serena gives Claude IDE-like understanding of the existing codebase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8229600" cy="777240"/>
          </a:xfrm>
          <a:prstGeom prst="rect">
            <a:avLst/>
          </a:prstGeom>
          <a:solidFill>
            <a:srgbClr val="2D1414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749040"/>
            <a:ext cx="73152" cy="7772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7490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Engineering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834640" y="374904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plan→work→review philosophy. Compound focuses on institutional learning; GSD on fresh-context execution.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GSD Deep Dive</dc:title>
  <dc:subject>PptxGenJS Presentation</dc:subject>
  <dc:creator>PptxGenJS</dc:creator>
  <cp:lastModifiedBy>PptxGenJS</cp:lastModifiedBy>
  <cp:revision>1</cp:revision>
  <dcterms:created xsi:type="dcterms:W3CDTF">2026-02-27T15:33:21Z</dcterms:created>
  <dcterms:modified xsi:type="dcterms:W3CDTF">2026-02-27T15:33:21Z</dcterms:modified>
</cp:coreProperties>
</file>