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0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03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206240"/>
            <a:ext cx="9144000" cy="937260"/>
          </a:xfrm>
          <a:prstGeom prst="rect">
            <a:avLst/>
          </a:prstGeom>
          <a:solidFill>
            <a:srgbClr val="2D1B69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73152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7373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Claude-Mem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Memory for Claude Code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Session Builds on the Last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thedotmack  •  Open Source  •  Free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0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Amnesia Problem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2926080"/>
          </a:xfrm>
          <a:prstGeom prst="rect">
            <a:avLst/>
          </a:prstGeom>
          <a:solidFill>
            <a:srgbClr val="3B1C1C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97280"/>
            <a:ext cx="3931920" cy="457200"/>
          </a:xfrm>
          <a:prstGeom prst="rect">
            <a:avLst/>
          </a:prstGeom>
          <a:solidFill>
            <a:srgbClr val="7F1D1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1556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Claude-Mem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3566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3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Monday: Set up auth system with Claude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3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Tuesday: Switch branches for hotfix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Wednesday: Claude has zero memory of Monday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re-explain everything. Again.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931920" cy="2926080"/>
          </a:xfrm>
          <a:prstGeom prst="rect">
            <a:avLst/>
          </a:prstGeom>
          <a:solidFill>
            <a:srgbClr val="1A1A3E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1097280"/>
            <a:ext cx="3931920" cy="457200"/>
          </a:xfrm>
          <a:prstGeom prst="rect">
            <a:avLst/>
          </a:prstGeom>
          <a:solidFill>
            <a:srgbClr val="5B21B6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111556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Claude-Mem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37760" y="1691640"/>
            <a:ext cx="3566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3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Monday: Work captured automatically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3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Tuesday: Hotfix session also captured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Wednesday: Context auto-injected on start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picks up exactly where you left off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4297680"/>
            <a:ext cx="8229600" cy="502920"/>
          </a:xfrm>
          <a:prstGeom prst="rect">
            <a:avLst/>
          </a:prstGeom>
          <a:solidFill>
            <a:srgbClr val="2D1B69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431596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windows reset every session. Claude-Mem bridges the gap with compressed, intelligent memory.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0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Works — 5 Lifecycle Hooks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594360"/>
          </a:xfrm>
          <a:prstGeom prst="rect">
            <a:avLst/>
          </a:prstGeom>
          <a:solidFill>
            <a:srgbClr val="2D1B69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97280"/>
            <a:ext cx="73152" cy="594360"/>
          </a:xfrm>
          <a:prstGeom prst="rect">
            <a:avLst/>
          </a:prstGeom>
          <a:solidFill>
            <a:srgbClr val="A855F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207008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0972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SessionStart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3657600" y="109728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compressed prior context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297680" y="16002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855F7"/>
                </a:solidFill>
              </a:rPr>
              <a:t>→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57200" y="1810512"/>
            <a:ext cx="8229600" cy="594360"/>
          </a:xfrm>
          <a:prstGeom prst="rect">
            <a:avLst/>
          </a:prstGeom>
          <a:solidFill>
            <a:srgbClr val="2D1B69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" y="1810512"/>
            <a:ext cx="73152" cy="594360"/>
          </a:xfrm>
          <a:prstGeom prst="rect">
            <a:avLst/>
          </a:prstGeom>
          <a:solidFill>
            <a:srgbClr val="A855F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92024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80160" y="1810512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UserPromptSubmit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657600" y="1810512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your prompts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297680" y="23134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855F7"/>
                </a:solidFill>
              </a:rPr>
              <a:t>→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457200" y="2523744"/>
            <a:ext cx="8229600" cy="594360"/>
          </a:xfrm>
          <a:prstGeom prst="rect">
            <a:avLst/>
          </a:prstGeom>
          <a:solidFill>
            <a:srgbClr val="2D1B69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57200" y="2523744"/>
            <a:ext cx="73152" cy="594360"/>
          </a:xfrm>
          <a:prstGeom prst="rect">
            <a:avLst/>
          </a:prstGeom>
          <a:solidFill>
            <a:srgbClr val="A855F7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633472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280160" y="2523744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PostToolUse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3657600" y="2523744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every tool action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4297680" y="3026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855F7"/>
                </a:solidFill>
              </a:rPr>
              <a:t>→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457200" y="3236976"/>
            <a:ext cx="8229600" cy="594360"/>
          </a:xfrm>
          <a:prstGeom prst="rect">
            <a:avLst/>
          </a:prstGeom>
          <a:solidFill>
            <a:srgbClr val="2D1B69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57200" y="3236976"/>
            <a:ext cx="73152" cy="594360"/>
          </a:xfrm>
          <a:prstGeom prst="rect">
            <a:avLst/>
          </a:prstGeom>
          <a:solidFill>
            <a:srgbClr val="A855F7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346704"/>
            <a:ext cx="365760" cy="36576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280160" y="3236976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3657600" y="3236976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Compresses to ~500 tokens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4297680" y="373989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855F7"/>
                </a:solidFill>
              </a:rPr>
              <a:t>→</a:t>
            </a:r>
            <a:endParaRPr lang="en-US" sz="1600" dirty="0"/>
          </a:p>
        </p:txBody>
      </p:sp>
      <p:sp>
        <p:nvSpPr>
          <p:cNvPr id="27" name="Shape 21"/>
          <p:cNvSpPr/>
          <p:nvPr/>
        </p:nvSpPr>
        <p:spPr>
          <a:xfrm>
            <a:off x="457200" y="3950208"/>
            <a:ext cx="8229600" cy="594360"/>
          </a:xfrm>
          <a:prstGeom prst="rect">
            <a:avLst/>
          </a:prstGeom>
          <a:solidFill>
            <a:srgbClr val="2D1B69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457200" y="3950208"/>
            <a:ext cx="73152" cy="594360"/>
          </a:xfrm>
          <a:prstGeom prst="rect">
            <a:avLst/>
          </a:prstGeom>
          <a:solidFill>
            <a:srgbClr val="A855F7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4059936"/>
            <a:ext cx="365760" cy="36576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280160" y="395020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SessionEnd</a:t>
            </a:r>
            <a:endParaRPr lang="en-US" sz="1500" dirty="0"/>
          </a:p>
        </p:txBody>
      </p:sp>
      <p:sp>
        <p:nvSpPr>
          <p:cNvPr id="31" name="Text 24"/>
          <p:cNvSpPr/>
          <p:nvPr/>
        </p:nvSpPr>
        <p:spPr>
          <a:xfrm>
            <a:off x="3657600" y="3950208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Archives for future retrieval</a:t>
            </a:r>
            <a:endParaRPr lang="en-US" sz="1400" dirty="0"/>
          </a:p>
        </p:txBody>
      </p:sp>
      <p:sp>
        <p:nvSpPr>
          <p:cNvPr id="32" name="Shape 25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solidFill>
            <a:srgbClr val="2D1B69"/>
          </a:solidFill>
          <a:ln/>
        </p:spPr>
      </p:sp>
      <p:sp>
        <p:nvSpPr>
          <p:cNvPr id="33" name="Text 26"/>
          <p:cNvSpPr/>
          <p:nvPr/>
        </p:nvSpPr>
        <p:spPr>
          <a:xfrm>
            <a:off x="640080" y="45720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Disclosure: High-level overview first → deeper history on demand → ~2,250 token savings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0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Features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06040" cy="1554480"/>
          </a:xfrm>
          <a:prstGeom prst="rect">
            <a:avLst/>
          </a:prstGeom>
          <a:solidFill>
            <a:srgbClr val="2D1B69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97280"/>
            <a:ext cx="2606040" cy="54864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2801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mem-search Skill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169164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queries against project history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91840" y="1097280"/>
            <a:ext cx="2606040" cy="1554480"/>
          </a:xfrm>
          <a:prstGeom prst="rect">
            <a:avLst/>
          </a:prstGeom>
          <a:solidFill>
            <a:srgbClr val="2D1B69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91840" y="1097280"/>
            <a:ext cx="2606040" cy="54864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9" name="Text 7"/>
          <p:cNvSpPr/>
          <p:nvPr/>
        </p:nvSpPr>
        <p:spPr>
          <a:xfrm>
            <a:off x="3429000" y="12801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 Vector DB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429000" y="169164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semantic + keyword search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26480" y="1097280"/>
            <a:ext cx="2606040" cy="1554480"/>
          </a:xfrm>
          <a:prstGeom prst="rect">
            <a:avLst/>
          </a:prstGeom>
          <a:solidFill>
            <a:srgbClr val="2D1B69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26480" y="1097280"/>
            <a:ext cx="2606040" cy="54864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13" name="Text 11"/>
          <p:cNvSpPr/>
          <p:nvPr/>
        </p:nvSpPr>
        <p:spPr>
          <a:xfrm>
            <a:off x="6263640" y="12801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Viewer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263640" y="169164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UI at localhost:37777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880360"/>
            <a:ext cx="2606040" cy="1554480"/>
          </a:xfrm>
          <a:prstGeom prst="rect">
            <a:avLst/>
          </a:prstGeom>
          <a:solidFill>
            <a:srgbClr val="2D1B69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880360"/>
            <a:ext cx="2606040" cy="54864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30632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Branch-Scoped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94360" y="347472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ancestry filtering for context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91840" y="2880360"/>
            <a:ext cx="2606040" cy="1554480"/>
          </a:xfrm>
          <a:prstGeom prst="rect">
            <a:avLst/>
          </a:prstGeom>
          <a:solidFill>
            <a:srgbClr val="2D1B69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91840" y="2880360"/>
            <a:ext cx="2606040" cy="54864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21" name="Text 19"/>
          <p:cNvSpPr/>
          <p:nvPr/>
        </p:nvSpPr>
        <p:spPr>
          <a:xfrm>
            <a:off x="3429000" y="30632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Save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429000" y="347472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Explicitly capture important decisions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126480" y="2880360"/>
            <a:ext cx="2606040" cy="1554480"/>
          </a:xfrm>
          <a:prstGeom prst="rect">
            <a:avLst/>
          </a:prstGeom>
          <a:solidFill>
            <a:srgbClr val="2D1B69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26480" y="2880360"/>
            <a:ext cx="2606040" cy="54864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25" name="Text 23"/>
          <p:cNvSpPr/>
          <p:nvPr/>
        </p:nvSpPr>
        <p:spPr>
          <a:xfrm>
            <a:off x="6263640" y="30632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Endless Mode (β)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263640" y="347472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Biomimetic memory for long sessions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0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749808"/>
          </a:xfrm>
          <a:prstGeom prst="rect">
            <a:avLst/>
          </a:prstGeom>
          <a:solidFill>
            <a:srgbClr val="2D1B69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80160"/>
            <a:ext cx="384048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88720" y="1097280"/>
            <a:ext cx="2560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Service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3840480" y="1097280"/>
            <a:ext cx="4663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API on port 37777, Bun-managed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2011680"/>
            <a:ext cx="8229600" cy="749808"/>
          </a:xfrm>
          <a:prstGeom prst="rect">
            <a:avLst/>
          </a:prstGeom>
          <a:solidFill>
            <a:srgbClr val="2D1B69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94560"/>
            <a:ext cx="384048" cy="38404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88720" y="2011680"/>
            <a:ext cx="2560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Database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3840480" y="2011680"/>
            <a:ext cx="4663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~/.claude-mem/claude-mem.db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457200" y="2926080"/>
            <a:ext cx="8229600" cy="749808"/>
          </a:xfrm>
          <a:prstGeom prst="rect">
            <a:avLst/>
          </a:prstGeom>
          <a:solidFill>
            <a:srgbClr val="2D1B69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108960"/>
            <a:ext cx="384048" cy="38404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88720" y="2926080"/>
            <a:ext cx="2560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 Vector DB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3840480" y="2926080"/>
            <a:ext cx="4663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embeddings for search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457200" y="3840480"/>
            <a:ext cx="8229600" cy="749808"/>
          </a:xfrm>
          <a:prstGeom prst="rect">
            <a:avLst/>
          </a:prstGeom>
          <a:solidFill>
            <a:srgbClr val="2D1B69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023360"/>
            <a:ext cx="384048" cy="38404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188720" y="3840480"/>
            <a:ext cx="2560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Viewer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3840480" y="3840480"/>
            <a:ext cx="4663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UI — browse all observations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solidFill>
            <a:srgbClr val="2D1B69"/>
          </a:solidFill>
          <a:ln/>
        </p:spPr>
      </p:sp>
      <p:sp>
        <p:nvSpPr>
          <p:cNvPr id="20" name="Text 14"/>
          <p:cNvSpPr/>
          <p:nvPr/>
        </p:nvSpPr>
        <p:spPr>
          <a:xfrm>
            <a:off x="640080" y="45720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Indicators: 🔴 Critical  •  🟤 Decision  •  🔵 Informational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0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Getting Started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70432"/>
            <a:ext cx="457200" cy="457200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170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188720" y="1097280"/>
            <a:ext cx="7498080" cy="594360"/>
          </a:xfrm>
          <a:prstGeom prst="rect">
            <a:avLst/>
          </a:prstGeom>
          <a:solidFill>
            <a:srgbClr val="2D1B69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371600" y="109728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/plugin marketplace add thedotmack/claude-mem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993392"/>
            <a:ext cx="457200" cy="457200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993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188720" y="1920240"/>
            <a:ext cx="7498080" cy="594360"/>
          </a:xfrm>
          <a:prstGeom prst="rect">
            <a:avLst/>
          </a:prstGeom>
          <a:solidFill>
            <a:srgbClr val="2D1B69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371600" y="192024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/plugin install claude-mem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2816352"/>
            <a:ext cx="457200" cy="457200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816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188720" y="2743200"/>
            <a:ext cx="7498080" cy="594360"/>
          </a:xfrm>
          <a:prstGeom prst="rect">
            <a:avLst/>
          </a:prstGeom>
          <a:solidFill>
            <a:srgbClr val="2D1B69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371600" y="274320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Restart Claude Code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639312"/>
            <a:ext cx="457200" cy="457200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639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188720" y="3566160"/>
            <a:ext cx="7498080" cy="594360"/>
          </a:xfrm>
          <a:prstGeom prst="rect">
            <a:avLst/>
          </a:prstGeom>
          <a:solidFill>
            <a:srgbClr val="2D1B69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371600" y="356616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 auto-injected on next session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4389120"/>
            <a:ext cx="8229600" cy="502920"/>
          </a:xfrm>
          <a:prstGeom prst="rect">
            <a:avLst/>
          </a:prstGeom>
          <a:solidFill>
            <a:srgbClr val="3B1C1C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40740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Install via /plugin commands — npm install only gets the SDK, NOT the hooks or worker.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0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Pairs Well With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005840"/>
          </a:xfrm>
          <a:prstGeom prst="rect">
            <a:avLst/>
          </a:prstGeom>
          <a:solidFill>
            <a:srgbClr val="2D1B69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97280"/>
            <a:ext cx="73152" cy="100584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 Engineering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5087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 captures session context; Compound captures lessons in files. Complementary persistence.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8229600" cy="1005840"/>
          </a:xfrm>
          <a:prstGeom prst="rect">
            <a:avLst/>
          </a:prstGeom>
          <a:solidFill>
            <a:srgbClr val="2D1B69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286000"/>
            <a:ext cx="73152" cy="100584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2860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Serena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26974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Serena understands your code; Claude-Mem remembers your decisions across sessions.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474720"/>
            <a:ext cx="8229600" cy="1005840"/>
          </a:xfrm>
          <a:prstGeom prst="rect">
            <a:avLst/>
          </a:prstGeom>
          <a:solidFill>
            <a:srgbClr val="2D1B69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3474720"/>
            <a:ext cx="73152" cy="100584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47472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Ralph Wiggum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1520" y="38862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Ralph iterates autonomously; Claude-Mem maintains context between iterations.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Claude-Mem Deep Dive</dc:title>
  <dc:subject>PptxGenJS Presentation</dc:subject>
  <dc:creator>Briggsy</dc:creator>
  <cp:lastModifiedBy>Briggsy</cp:lastModifiedBy>
  <cp:revision>1</cp:revision>
  <dcterms:created xsi:type="dcterms:W3CDTF">2026-02-27T14:37:40Z</dcterms:created>
  <dcterms:modified xsi:type="dcterms:W3CDTF">2026-02-27T14:37:40Z</dcterms:modified>
</cp:coreProperties>
</file>