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Multi-Agent PR Review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 •  False Positive Elimination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Anthropic Plugin  •  Ships with Claude Code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Single-Pass Reviews Fail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reviewer has areas they overlook — security, style, compliance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generate noise that erodes trust in the review process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misses how changes interact with git history and PR patterns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Run 5 agents in parallel, cross-validate findings, score confidence 0-100.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Multi-Agent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1-2 (Sonnet)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051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compliance — scoped to file hierarchy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(Opus)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detection — diff only, no external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73152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(Opus)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5146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logic errors, missing imports, type errors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246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every finding before reporting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7764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977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 — only 80+ findings survive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are not certain an issue is real, do not flag it. False positives erode trust."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Parallel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perspectives, multiple model tiers (Haiku, Sonnet, Opus)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0604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scale eliminates false positives at configurable threshold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0604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SHA-linked comments with line ranges on PRs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0604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Auto-skips closed, draft, automated, or already-reviewed PRs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60604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Aware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checking scoped to file path hierarchy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0604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threshold, add/modify agent tasks, customize review focus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/code-review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findings to terminal.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commit.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/code-review --comment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directly to GitHub PR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 links and line ranges.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725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Flow: Create PR → /code-review → Fix issues → /code-review --comment → Merge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0F2A1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merging non-trivial PRs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devs without peer reviewers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wanting consistent standards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with CLAUDE.md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2A1B0F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24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changes (README, versions)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PRs still in progress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Automated/bot-generated PRs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Well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catches issues → Compound documents what to avoid next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catches runtime errors; Code Review catches structural/compliance issues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Wiggum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Review after each Ralph iteration to catch issues before commit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 Deep Dive</dc:title>
  <dc:subject>PptxGenJS Presentation</dc:subject>
  <dc:creator>PptxGenJS</dc:creator>
  <cp:lastModifiedBy>PptxGenJS</cp:lastModifiedBy>
  <cp:revision>1</cp:revision>
  <dcterms:created xsi:type="dcterms:W3CDTF">2026-02-27T14:53:53Z</dcterms:created>
  <dcterms:modified xsi:type="dcterms:W3CDTF">2026-02-27T14:53:53Z</dcterms:modified>
</cp:coreProperties>
</file>