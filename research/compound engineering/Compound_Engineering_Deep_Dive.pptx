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2D1B1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 Engineering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0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Unit of Work Easier Than the Last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Mistakes Into Institutional Knowledge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EveryInc  •  MIT License  •  Cross-Tool Compatible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Dev vs. Compound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926080"/>
          </a:xfrm>
          <a:prstGeom prst="rect">
            <a:avLst/>
          </a:prstGeom>
          <a:solidFill>
            <a:srgbClr val="2A14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15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Development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DE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feature adds complexity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mistakes repeated across sessions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gets harder over time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mechanism for AI agents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926080"/>
          </a:xfrm>
          <a:prstGeom prst="rect">
            <a:avLst/>
          </a:prstGeom>
          <a:solidFill>
            <a:srgbClr val="1A141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155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Engineering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69164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DE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eliminate future bug categories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DE8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become documented tools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gets easier over time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 improves future sessions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Loop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49808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73152" cy="749808"/>
          </a:xfrm>
          <a:prstGeom prst="rect">
            <a:avLst/>
          </a:prstGeom>
          <a:solidFill>
            <a:srgbClr val="E07B4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515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77440" y="105156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017520" y="105156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deeply, spell out requirements, approach, edge cases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749808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1965960"/>
            <a:ext cx="73152" cy="749808"/>
          </a:xfrm>
          <a:prstGeom prst="rect">
            <a:avLst/>
          </a:prstGeom>
          <a:solidFill>
            <a:srgbClr val="E07B4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488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9659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377440" y="196596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017520" y="196596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plan. Give outcomes, not instructions.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2880360"/>
            <a:ext cx="8229600" cy="749808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" y="2880360"/>
            <a:ext cx="73152" cy="749808"/>
          </a:xfrm>
          <a:prstGeom prst="rect">
            <a:avLst/>
          </a:prstGeom>
          <a:solidFill>
            <a:srgbClr val="E07B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63240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34440" y="28803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2377440" y="288036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017520" y="288036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output AND lessons learned from the output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57200" y="3794760"/>
            <a:ext cx="8229600" cy="749808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794760"/>
            <a:ext cx="73152" cy="749808"/>
          </a:xfrm>
          <a:prstGeom prst="rect">
            <a:avLst/>
          </a:prstGeom>
          <a:solidFill>
            <a:srgbClr val="E07B4A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7764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379476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2377440" y="379476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017520" y="379476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results back — document what to avoid, capture patterns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2D1B14"/>
          </a:solidFill>
          <a:ln/>
        </p:spPr>
      </p:sp>
      <p:sp>
        <p:nvSpPr>
          <p:cNvPr id="28" name="Text 22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time in Plan + Review. 20% in Work + Compound. This flips the typical developer instinct.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Included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051560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1051560"/>
          </a:xfrm>
          <a:prstGeom prst="rect">
            <a:avLst/>
          </a:prstGeom>
          <a:solidFill>
            <a:srgbClr val="E07B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/workflows:brainstorm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and ideation → docs/brainstorms/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3977640" cy="1051560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05840"/>
            <a:ext cx="73152" cy="1051560"/>
          </a:xfrm>
          <a:prstGeom prst="rect">
            <a:avLst/>
          </a:prstGeom>
          <a:solidFill>
            <a:srgbClr val="E07B4A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/workflows:plan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463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planning with edge cases → docs/plans/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3977640" cy="1051560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E07B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/workflows:compound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Post-work lesson capture → docs/solutions/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240280"/>
            <a:ext cx="3977640" cy="1051560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240280"/>
            <a:ext cx="73152" cy="1051560"/>
          </a:xfrm>
          <a:prstGeom prst="rect">
            <a:avLst/>
          </a:prstGeom>
          <a:solidFill>
            <a:srgbClr val="E07B4A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/triage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2697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findings into structured todos/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977640" cy="1051560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74720"/>
            <a:ext cx="73152" cy="1051560"/>
          </a:xfrm>
          <a:prstGeom prst="rect">
            <a:avLst/>
          </a:prstGeom>
          <a:solidFill>
            <a:srgbClr val="E07B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Cross-Tool CLI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3931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OpenCode, Codex, Gemini, Copilot, Kiro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474720"/>
            <a:ext cx="3977640" cy="1051560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474720"/>
            <a:ext cx="73152" cy="1051560"/>
          </a:xfrm>
          <a:prstGeom prst="rect">
            <a:avLst/>
          </a:prstGeom>
          <a:solidFill>
            <a:srgbClr val="E07B4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474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Flywheel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39319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 makes every future session better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457200" cy="457200"/>
          </a:xfrm>
          <a:prstGeom prst="ellipse">
            <a:avLst/>
          </a:prstGeom>
          <a:solidFill>
            <a:srgbClr val="E07B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188720" y="1097280"/>
            <a:ext cx="7498080" cy="594360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09728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D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marketplace add https://github.com/EveryInc/compound-engineering-plugin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457200" cy="457200"/>
          </a:xfrm>
          <a:prstGeom prst="ellipse">
            <a:avLst/>
          </a:prstGeom>
          <a:solidFill>
            <a:srgbClr val="E07B4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188720" y="1920240"/>
            <a:ext cx="7498080" cy="594360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19202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D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 compound-engineering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457200" cy="457200"/>
          </a:xfrm>
          <a:prstGeom prst="ellipse">
            <a:avLst/>
          </a:prstGeom>
          <a:solidFill>
            <a:srgbClr val="E07B4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88720" y="2743200"/>
            <a:ext cx="7498080" cy="594360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274320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D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preferences and patterns to CLAUDE.md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639312"/>
            <a:ext cx="457200" cy="457200"/>
          </a:xfrm>
          <a:prstGeom prst="ellipse">
            <a:avLst/>
          </a:prstGeom>
          <a:solidFill>
            <a:srgbClr val="E07B4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39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188720" y="3566160"/>
            <a:ext cx="7498080" cy="594360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35661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D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/workflows:plan before coding, /workflows:compound after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Pairs Well With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E07B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Superpowers for TDD execution; Compound Engineering for research + compounding phases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05840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73152" cy="1005840"/>
          </a:xfrm>
          <a:prstGeom prst="rect">
            <a:avLst/>
          </a:prstGeom>
          <a:solidFill>
            <a:srgbClr val="E07B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Claude-Mem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captures lessons in files; Claude-Mem captures session context in memory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005840"/>
          </a:xfrm>
          <a:prstGeom prst="rect">
            <a:avLst/>
          </a:prstGeom>
          <a:solidFill>
            <a:srgbClr val="2D1B14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474720"/>
            <a:ext cx="73152" cy="1005840"/>
          </a:xfrm>
          <a:prstGeom prst="rect">
            <a:avLst/>
          </a:prstGeom>
          <a:solidFill>
            <a:srgbClr val="E07B4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474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catches issues → Compound step documents what to avoid next time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Compound Engineering Deep Dive</dc:title>
  <dc:subject>PptxGenJS Presentation</dc:subject>
  <dc:creator>PptxGenJS</dc:creator>
  <cp:lastModifiedBy>PptxGenJS</cp:lastModifiedBy>
  <cp:revision>1</cp:revision>
  <dcterms:created xsi:type="dcterms:W3CDTF">2026-02-27T14:53:54Z</dcterms:created>
  <dcterms:modified xsi:type="dcterms:W3CDTF">2026-02-27T14:53:54Z</dcterms:modified>
</cp:coreProperties>
</file>