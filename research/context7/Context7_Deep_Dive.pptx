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457200"/>
            <a:ext cx="4389120" cy="4389120"/>
          </a:xfrm>
          <a:prstGeom prst="ellipse">
            <a:avLst/>
          </a:prstGeom>
          <a:solidFill>
            <a:srgbClr val="292524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Context7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Documentation for Your AI Coding Partner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Upstash  •  MIT License  •  Free Tier Available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Hallucination Problem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stale training data. Libraries evolve faster than models can learn.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840480" cy="2423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0876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Context7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194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suggests deprecated APIs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renamed functions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wrong import paths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fails — 45 min debugging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1508760"/>
            <a:ext cx="3840480" cy="2423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50876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916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9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Context7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983480" y="2194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current version docs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actual API signatures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imports and patterns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— 5 minutes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4251960"/>
            <a:ext cx="7680960" cy="685800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42519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3"/>
          <p:cNvSpPr/>
          <p:nvPr/>
        </p:nvSpPr>
        <p:spPr>
          <a:xfrm>
            <a:off x="1051560" y="427939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fetches documentation at query time, not training 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references actual APIs instead of guessing from stale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3840480" cy="141732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resolve-library-id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16642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library name into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Context7-compatible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"next.js" → /vercel/next.js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051560"/>
            <a:ext cx="3840480" cy="141732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query-docs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83480" y="16642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version-specific docs,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examples, and API 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relevance to your query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834640"/>
            <a:ext cx="1463040" cy="10515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0040" y="2834640"/>
            <a:ext cx="1463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41148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mention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783080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2057400" y="2834640"/>
            <a:ext cx="1463040" cy="10515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57400" y="2834640"/>
            <a:ext cx="146304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6"/>
          <p:cNvSpPr/>
          <p:nvPr/>
        </p:nvSpPr>
        <p:spPr>
          <a:xfrm>
            <a:off x="214884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resolves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520440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3794760" y="2834640"/>
            <a:ext cx="1463040" cy="10515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794760" y="2834640"/>
            <a:ext cx="14630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0"/>
          <p:cNvSpPr/>
          <p:nvPr/>
        </p:nvSpPr>
        <p:spPr>
          <a:xfrm>
            <a:off x="388620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current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docs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257800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532120" y="2834640"/>
            <a:ext cx="1463040" cy="10515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532120" y="2834640"/>
            <a:ext cx="14630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62356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995160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7269480" y="2834640"/>
            <a:ext cx="1463040" cy="10515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269480" y="2834640"/>
            <a:ext cx="14630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28"/>
          <p:cNvSpPr/>
          <p:nvPr/>
        </p:nvSpPr>
        <p:spPr>
          <a:xfrm>
            <a:off x="736092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35" name="Text 30"/>
          <p:cNvSpPr/>
          <p:nvPr/>
        </p:nvSpPr>
        <p:spPr>
          <a:xfrm>
            <a:off x="100584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Add "use context7" to any prompt, or set up auto-invocation rules in CLAUDE.md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Coverage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Community-contributed index from official documentation sources — and growing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1280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27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Next.js, Vue,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Nuxt, Svelte, Tailwind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560320" cy="1280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54864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527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Django, Flask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560320" cy="1280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527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PostgreSQL,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Supabase, Firebase, Prisma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2560320" cy="1280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54864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SDK, Cloudflare,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Netlify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926080"/>
            <a:ext cx="2560320" cy="1280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926080"/>
            <a:ext cx="54864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1188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Python,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Rust, Go std libs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26080"/>
            <a:ext cx="2560320" cy="128016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26080"/>
            <a:ext cx="54864" cy="12801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AI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OpenAI SDK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your library? Contribute it via the project addition guide on GitHub.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86868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Version-Specific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 version and it fetches docs for that exact release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86868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Auto-Invocation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rules so Context7 fires automatically on code questions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840480" cy="86868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94560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API key; free key at context7.com unlocks higher limits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3840480" cy="86868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Cursor, Windsurf, VS Code — any MCP-compatible client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3840480" cy="86868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91840"/>
            <a:ext cx="54864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64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response times — pre-indexed and chunked for efficiency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3840480" cy="86868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91840"/>
            <a:ext cx="54864" cy="8686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364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MCP server; community-contributed library index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480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example: "Always use Context7 MCP when I need library/API documentation without me having to ask."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Context7 Fits the Ecosystem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7680960" cy="53035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051560"/>
            <a:ext cx="54864" cy="5303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Thinking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08960" y="10515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provides verified facts for Sequential Thinking to reason about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709928"/>
            <a:ext cx="7680960" cy="53035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1709928"/>
            <a:ext cx="54864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1709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SuperClaude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08960" y="170992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SuperClaude auto-invokes Context7 for evidence-based methodology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2368296"/>
            <a:ext cx="7680960" cy="53035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2368296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3682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08960" y="236829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GSD's research and execution phases with live docs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3026664"/>
            <a:ext cx="7680960" cy="53035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" y="3026664"/>
            <a:ext cx="54864" cy="5303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0266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108960" y="302666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TDD-enforced code uses current, working APIs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" y="3685032"/>
            <a:ext cx="7680960" cy="53035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3685032"/>
            <a:ext cx="54864" cy="5303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685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108960" y="368503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 understands YOUR code; Context7 understands LIBRARY code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26" name="Shape 23"/>
          <p:cNvSpPr/>
          <p:nvPr/>
        </p:nvSpPr>
        <p:spPr>
          <a:xfrm>
            <a:off x="731520" y="44348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1051560" y="4434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Holy Trinity:   Sequential Thinking (Brain)  +  Context7 (Library)  +  Serena (Eyes)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16128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1078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Free API Key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but recommended for higher rate limits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0" y="1170432"/>
            <a:ext cx="4023360" cy="43891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Text 8"/>
          <p:cNvSpPr/>
          <p:nvPr/>
        </p:nvSpPr>
        <p:spPr>
          <a:xfrm>
            <a:off x="4251960" y="11704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context7.com/dashboard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965960"/>
            <a:ext cx="7680960" cy="77724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05840" y="21214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9164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91640" y="2350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for Claude Code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0" y="2130552"/>
            <a:ext cx="4023360" cy="43891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8" name="Text 15"/>
          <p:cNvSpPr/>
          <p:nvPr/>
        </p:nvSpPr>
        <p:spPr>
          <a:xfrm>
            <a:off x="4251960" y="2130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--scope user context7 -- npx -y @upstash/context7-mcp --api-key YOUR_KEY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05840" y="30815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9164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Auto-Invocation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69164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forget to invoke it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114800" y="3090672"/>
            <a:ext cx="4023360" cy="43891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5" name="Text 22"/>
          <p:cNvSpPr/>
          <p:nvPr/>
        </p:nvSpPr>
        <p:spPr>
          <a:xfrm>
            <a:off x="4251960" y="30906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to CLAUDE.md: "Always use Context7 for library docs"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solidFill>
            <a:srgbClr val="33302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5840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91640" y="3959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691640" y="4270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docs, working code, first try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114800" y="4050792"/>
            <a:ext cx="4023360" cy="43891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2" name="Text 29"/>
          <p:cNvSpPr/>
          <p:nvPr/>
        </p:nvSpPr>
        <p:spPr>
          <a:xfrm>
            <a:off x="4251960" y="40507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 up Supabase auth with Next.js. use context7"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Context7 MCP — Deep Dive</dc:title>
  <dc:subject>PptxGenJS Presentation</dc:subject>
  <dc:creator>Claude</dc:creator>
  <cp:lastModifiedBy>Claude</cp:lastModifiedBy>
  <cp:revision>1</cp:revision>
  <dcterms:created xsi:type="dcterms:W3CDTF">2026-02-26T16:42:18Z</dcterms:created>
  <dcterms:modified xsi:type="dcterms:W3CDTF">2026-02-26T16:42:18Z</dcterms:modified>
</cp:coreProperties>
</file>