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D140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Firecrawl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Data Engine for Claude Code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 •  Crawl  •  Search  •  Map  •  Extract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Claude Plugin  •  AGPL-3.0  •  Self-Hostable  •  500 Free Credits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Web Data Is Hard for LLMs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Sites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00584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sites need JS rendering — simple fetch gets empty shells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49808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 Measures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92024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CAPTCHAs, rate limits, and bot detection block programmatic access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49808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Token-Wasteful HTML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83464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HTML with nav bars, ads, and cookie notices burns context for nothing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49808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73152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Artifacts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374904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content has layout debris Claude can't reason about effectively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D140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handles JS rendering, proxy rotation, anti-bot → outputs clean markdown.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Powerful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338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/firecrawl:scrape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66160" y="10058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single webpage as clean markdown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755648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36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7556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/firecrawl:crawl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17556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and extract content from an entire website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505456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505456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334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5054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/firecrawl:search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66160" y="25054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get scraped results back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255264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25526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/firecrawl:map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566160" y="325526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all URLs on a site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4005072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3308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0050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/firecrawl:agent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566160" y="40050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data needs in plain language — AI finds it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2D1408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command is the standout — describe what you want, Firecrawl autonomously finds it across multiple sites.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Aggregation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entire doc sites for framework migration research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55648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556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7556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competitor pricing, features, and positioning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05456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054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Enrichment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5054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structured company info, tech stacks, and contacts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55264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5526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25526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 across web pages over 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05072"/>
            <a:ext cx="73152" cy="6217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050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40050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multi-source data gathering for reports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005840"/>
            <a:ext cx="7498080" cy="59436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05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firecrawl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783080"/>
            <a:ext cx="7498080" cy="59436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783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firecrawl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2560320"/>
            <a:ext cx="7498080" cy="59436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5603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/firecrawl:setup   (configure your API key)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8720" y="3337560"/>
            <a:ext cx="7498080" cy="59436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3375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naturally — it uses Firecrawl automatically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2D140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336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Management: Results saved to .firecrawl/ directory — keeps Claude's context window clean.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coverage on benchmark evaluations vs. other providers.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Well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fetches library docs; Firecrawl fetches everything else on the 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Engineering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research for Plan phase, capture findings in Compound phase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2D140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Wiggum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 that need web research as part of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A1B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988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Credits add up with heavy crawling. Self-host for volume work. 500 free credits for testing.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Firecrawl Deep Dive</dc:title>
  <dc:subject>PptxGenJS Presentation</dc:subject>
  <dc:creator>PptxGenJS</dc:creator>
  <cp:lastModifiedBy>PptxGenJS</cp:lastModifiedBy>
  <cp:revision>1</cp:revision>
  <dcterms:created xsi:type="dcterms:W3CDTF">2026-02-27T14:53:55Z</dcterms:created>
  <dcterms:modified xsi:type="dcterms:W3CDTF">2026-02-27T14:53:55Z</dcterms:modified>
</cp:coreProperties>
</file>