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D2A0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Ralph Wiggum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Development Loops for Claude Code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"Deterministically bad means failures are predictable and informative."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Geoffrey Huntley  •  Official Anthropic Plugin  •  Named After The Simpsons Character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Early-Exit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2A14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Claude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pass at the task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"done" with tests failing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Exits. You re-run. Repeat.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babysitting required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1A1A05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713F1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Ralph Wiggum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tries to exit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intercepts (exit code 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re-fed automatically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actually complete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2D2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3308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"Ralph is a Bash loop." — Geoffrey Huntley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teams shipped 6+ repos overnight for $297 in API costs.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21792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338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0058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task + completion promise + max iterations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755648"/>
            <a:ext cx="73152" cy="621792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36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75564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45920" y="17556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works on the task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505456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505456"/>
            <a:ext cx="73152" cy="621792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334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50545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45920" y="2505456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tries to exit → Stop hook blocks it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255264"/>
            <a:ext cx="73152" cy="621792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25526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645920" y="3255264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re-fed. Claude sees modified files + git history.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4005072"/>
            <a:ext cx="73152" cy="621792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3308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00507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645920" y="400507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completion promise emitted OR max iterations hit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2D2A0A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9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/ralph-loop "Build REST API with CRUD + tests" --completion-promise "COMPLETE" --max-iterations 50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Approaches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Method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Context Window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set 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inside current session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intercepts exit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Context can fill up on long tasks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Loop Method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Context Per Iteration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= clean context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via git + progress.txt + prd.json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long-running tasks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Fundamentally better for complex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Controls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217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338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--max-iterations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10058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iterations. ALWAYS set this. Start 10-20.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755648"/>
            <a:ext cx="73152" cy="6217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36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7556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Promise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17556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string that signals genuine task completion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505456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505456"/>
            <a:ext cx="73152" cy="6217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334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5054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566160" y="25054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calls/hour, configurable. Prevents runaway costs.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255264"/>
            <a:ext cx="73152" cy="6217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25526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566160" y="325526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cascading errors and runaway loops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4005072"/>
            <a:ext cx="73152" cy="6217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3308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0050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Exit Gate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566160" y="40050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BOTH promise string AND explicit EXIT_SIGNAL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2A1414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One dev wiped their entire $20 monthly quota in a single Ralph loop. Always set --max-iterations.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0A1C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refactors (test framework migration)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operations (docs, ticket triage)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feature builds w/ clear criteria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projects driven by PRD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trying until it works" tasks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2A14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24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Judgment-heavy work (needs human review)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work (unclear requirements)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one-pass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apps (Ralph is for POCs)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Well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Claude-Mem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iterates autonomously; Claude-Mem maintains context between iterations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Review after Ralph iterations to catch issues before commit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2D2A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executes the Work phase; Compound captures lessons in the Compound phase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Ralph Wiggum Deep Dive</dc:title>
  <dc:subject>PptxGenJS Presentation</dc:subject>
  <dc:creator>PptxGenJS</dc:creator>
  <cp:lastModifiedBy>PptxGenJS</cp:lastModifiedBy>
  <cp:revision>1</cp:revision>
  <dcterms:created xsi:type="dcterms:W3CDTF">2026-02-27T14:53:56Z</dcterms:created>
  <dcterms:modified xsi:type="dcterms:W3CDTF">2026-02-27T14:53:56Z</dcterms:modified>
</cp:coreProperties>
</file>