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548640"/>
            <a:ext cx="4114800" cy="4114800"/>
          </a:xfrm>
          <a:prstGeom prst="ellipse">
            <a:avLst/>
          </a:prstGeom>
          <a:solidFill>
            <a:srgbClr val="122640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 Thinking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Reasoning for Claude Code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429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Anthropic MCP Server  •  MIT License  •  Zero Config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fast. But fast and deep are often at odds.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59436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54864" cy="59436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5448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to the first plausible solution without exploring alternatives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304288"/>
            <a:ext cx="7680960" cy="59436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304288"/>
            <a:ext cx="54864" cy="594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0428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track of earlier reasoning as responses get longer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054096"/>
            <a:ext cx="7680960" cy="59436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054096"/>
            <a:ext cx="54864" cy="5943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054096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edge cases that careful analysis would surface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803904"/>
            <a:ext cx="7680960" cy="59436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803904"/>
            <a:ext cx="54864" cy="5943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803904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Barrels forward without revisiting wrong assumptions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12264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Thinking forces Claude to slow down, structure its reasoning, and think before it speaks.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Capabilities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146304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070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755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Numbered, trackable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chain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097280"/>
            <a:ext cx="2560320" cy="146304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69080" y="12070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069080" y="1755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and fix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steps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1097280"/>
            <a:ext cx="2560320" cy="146304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12070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903720" y="1755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alternative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paths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2788920"/>
            <a:ext cx="2560320" cy="146304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718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2898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34440" y="3447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steps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complexity reveals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383280" y="2788920"/>
            <a:ext cx="2560320" cy="146304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9718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69080" y="2898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069080" y="3447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and test claims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committing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17920" y="2788920"/>
            <a:ext cx="2560320" cy="146304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97180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03720" y="2898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903720" y="3447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noise, keep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reasoning chain with revision and branching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103120" cy="118872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21031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0020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problem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unknowns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108960" y="1417320"/>
            <a:ext cx="2103120" cy="118872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417320"/>
            <a:ext cx="21031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160020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16002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sub-problems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0" y="1417320"/>
            <a:ext cx="2103120" cy="118872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1417320"/>
            <a:ext cx="21031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Shape 17"/>
          <p:cNvSpPr/>
          <p:nvPr/>
        </p:nvSpPr>
        <p:spPr>
          <a:xfrm>
            <a:off x="5806440" y="160020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16002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2103120" cy="118872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2971800"/>
            <a:ext cx="210312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3154680"/>
            <a:ext cx="411480" cy="4114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154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if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fail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108960" y="2971800"/>
            <a:ext cx="2103120" cy="118872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2971800"/>
            <a:ext cx="210312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3246120" y="3154680"/>
            <a:ext cx="411480" cy="4114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/>
          <p:nvPr/>
        </p:nvSpPr>
        <p:spPr>
          <a:xfrm>
            <a:off x="32461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749040" y="3154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5669280" y="2971800"/>
            <a:ext cx="2103120" cy="118872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69280" y="2971800"/>
            <a:ext cx="210312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6" name="Shape 34"/>
          <p:cNvSpPr/>
          <p:nvPr/>
        </p:nvSpPr>
        <p:spPr>
          <a:xfrm>
            <a:off x="5806440" y="3154680"/>
            <a:ext cx="411480" cy="41148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7" name="Text 35"/>
          <p:cNvSpPr/>
          <p:nvPr/>
        </p:nvSpPr>
        <p:spPr>
          <a:xfrm>
            <a:off x="580644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09360" y="3154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conclude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solidFill>
            <a:srgbClr val="122640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443484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1" name="Text 39"/>
          <p:cNvSpPr/>
          <p:nvPr/>
        </p:nvSpPr>
        <p:spPr>
          <a:xfrm>
            <a:off x="1051560" y="44348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totalThoughts can change dynamically, and any previous step can be revised or branched from.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342900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Complex architecture decisions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Systematic debugging &amp; root cause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6883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Technical tradeoff analysis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1638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Planning features with unclear scope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639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Refactoring strategy for large codebases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3840480" cy="342900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3840480" cy="5486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 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Simple code generation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212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Quick factual lookups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6883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Straightforward implementations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1638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Speed-critical tasks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639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Anything that doesn't need multi-step reasoning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8046720" cy="411480"/>
          </a:xfrm>
          <a:prstGeom prst="rect">
            <a:avLst/>
          </a:prstGeom>
          <a:solidFill>
            <a:srgbClr val="12264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634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Litmus test: "Would I whiteboard this before coding it?"   If yes → use it.   If no → skip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Holy Trinity MCP Setup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and effective MCP combination in the Claude Code ecosystem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237744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2560320" cy="54864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002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reasoning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complex decisions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417320"/>
            <a:ext cx="2560320" cy="237744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417320"/>
            <a:ext cx="2560320" cy="54864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002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Context7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5760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5760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version-accurate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lookup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0" y="1417320"/>
            <a:ext cx="2560320" cy="237744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1417320"/>
            <a:ext cx="2560320" cy="54864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60020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8368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Serena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58368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Eyes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5836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code understanding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symbol search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31520" y="4160520"/>
            <a:ext cx="7680960" cy="77724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24" name="Shape 19"/>
          <p:cNvSpPr/>
          <p:nvPr/>
        </p:nvSpPr>
        <p:spPr>
          <a:xfrm>
            <a:off x="731520" y="4160520"/>
            <a:ext cx="54864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0"/>
          <p:cNvSpPr/>
          <p:nvPr/>
        </p:nvSpPr>
        <p:spPr>
          <a:xfrm>
            <a:off x="1051560" y="41879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60–70% reduction in time on complex features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1051560" y="45537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bugs  •  better architectural patterns  •  less context switching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51560"/>
            <a:ext cx="7680960" cy="105156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05840" y="12344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(One Command)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691640" y="1572768"/>
            <a:ext cx="6400800" cy="411480"/>
          </a:xfrm>
          <a:prstGeom prst="rect">
            <a:avLst/>
          </a:prstGeom>
          <a:solidFill>
            <a:srgbClr val="0B1D33"/>
          </a:solidFill>
          <a:ln/>
        </p:spPr>
      </p:sp>
      <p:sp>
        <p:nvSpPr>
          <p:cNvPr id="10" name="Text 7"/>
          <p:cNvSpPr/>
          <p:nvPr/>
        </p:nvSpPr>
        <p:spPr>
          <a:xfrm>
            <a:off x="1874520" y="15727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sequential-thinking -s local -- npx -y @modelcontextprotocol/server-sequential-thinking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2331720"/>
            <a:ext cx="7680960" cy="105156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05840" y="25146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9164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691640" y="2852928"/>
            <a:ext cx="6400800" cy="411480"/>
          </a:xfrm>
          <a:prstGeom prst="rect">
            <a:avLst/>
          </a:prstGeom>
          <a:solidFill>
            <a:srgbClr val="0B1D33"/>
          </a:solidFill>
          <a:ln/>
        </p:spPr>
      </p:sp>
      <p:sp>
        <p:nvSpPr>
          <p:cNvPr id="16" name="Text 13"/>
          <p:cNvSpPr/>
          <p:nvPr/>
        </p:nvSpPr>
        <p:spPr>
          <a:xfrm>
            <a:off x="1874520" y="285292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 sequential thinking to analyze monolith vs. microservice tradeoffs"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" y="3611880"/>
            <a:ext cx="7680960" cy="1051560"/>
          </a:xfrm>
          <a:prstGeom prst="rect">
            <a:avLst/>
          </a:prstGeom>
          <a:solidFill>
            <a:srgbClr val="1730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05840" y="37947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6916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Full Trinity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691640" y="41330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Thinking  +  Context7  +  Serena  =  reasoning + docs + code understanding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Sequential Thinking MCP — Deep Dive</dc:title>
  <dc:subject>PptxGenJS Presentation</dc:subject>
  <dc:creator>Claude</dc:creator>
  <cp:lastModifiedBy>Claude</cp:lastModifiedBy>
  <cp:revision>1</cp:revision>
  <dcterms:created xsi:type="dcterms:W3CDTF">2026-02-26T16:28:11Z</dcterms:created>
  <dcterms:modified xsi:type="dcterms:W3CDTF">2026-02-26T16:28:11Z</dcterms:modified>
</cp:coreProperties>
</file>