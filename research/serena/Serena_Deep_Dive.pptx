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A3A1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Serena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Code Intelligence for Claude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IDE-Like Capabilities  •  30+ Languages  •  Symbol-Level Precision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Oraios AI  •  Free &amp; Open Source  •  LSP + JetBrains Backends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Token Efficiency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1C1C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713F1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Serena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auth.ts — 500 lines (~2K tokens)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middleware.ts — 300 lines (~1.2K)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helpers/auth.ts — 400 lines (~1.6K)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~4,800 tokens to find a 10-line function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0A1C0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Serena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find_symbol("authenticate")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src/helpers/auth.ts:45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Exact 10-line function body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tokens. 24x more efficient.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has no codebase indexation. Serena provides pre-indexed, symbol-level access — like giving Claude an 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5303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88136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0058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find_symbol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84048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functions, classes, methods by name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10058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645920"/>
            <a:ext cx="73152" cy="5303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164592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find_referencing_symbols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840480" y="16459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everything that calls/uses a symbol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772400" y="16459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286000"/>
            <a:ext cx="73152" cy="5303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829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22860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get_symbols_overview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840480" y="22860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exports, imports, functions in a file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0" y="228600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92608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2926080"/>
            <a:ext cx="73152" cy="5303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08376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88720" y="29260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replace_symbol_body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840480" y="2926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 function/method body directly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7772400" y="292608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56616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7200" y="3566160"/>
            <a:ext cx="73152" cy="5303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8456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188720" y="356616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insert_after_symbol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3840480" y="35661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 precisely after a symbol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772400" y="35661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57200" y="4206240"/>
            <a:ext cx="73152" cy="530352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88536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188720" y="42062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write/read_memory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3840480" y="42062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Session-persistent notes and decisions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772400" y="420624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Backend Options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918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LSP Backend (Free)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Auto-installs language servers: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(pylsp)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JS/TS (typescript-language-server)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(rust-analyzer)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(gopls)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C++, Ruby, and 8+ more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918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Plugin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IDE code analysis: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IntelliJ, PyCharm, WebStorm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Studio, GoLand, CLion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PhpStorm, RubyMine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robust experience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JetBrains languages (except Rider)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Serena Shines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Refactoring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383280" y="10058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function, update all references across dozens of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7772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Debugging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bugs through call stacks by following symbol references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34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Implementation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large codebases where understanding context is critical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73152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Onboarding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83280" y="37490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understand a new codebase via symbol overview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C1C0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useful for: empty projects, very small codebases, non-code work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(one command)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serena -- uvx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 git+https://github.com/oraios/serena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serena start-mcp-server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--project-root /path/to/project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Prerequisite: uv (Python package manager) — install from astral.sh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Holy Trinity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56032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for complex decisions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51760" cy="256032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version-accurate library documentation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651760" cy="256032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2651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code understanding &amp; symbol search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0A2A0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Context7 understands LIBRARY code. Serena understands YOUR code.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with Sequential Thinking: 60-70% reduction in development 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Serena Deep Dive</dc:title>
  <dc:subject>PptxGenJS Presentation</dc:subject>
  <dc:creator>PptxGenJS</dc:creator>
  <cp:lastModifiedBy>PptxGenJS</cp:lastModifiedBy>
  <cp:revision>1</cp:revision>
  <dcterms:created xsi:type="dcterms:W3CDTF">2026-02-27T14:53:54Z</dcterms:created>
  <dcterms:modified xsi:type="dcterms:W3CDTF">2026-02-27T14:53:54Z</dcterms:modified>
</cp:coreProperties>
</file>